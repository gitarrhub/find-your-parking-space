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6" r:id="rId4"/>
    <p:sldId id="259" r:id="rId5"/>
    <p:sldId id="273" r:id="rId6"/>
    <p:sldId id="272" r:id="rId7"/>
    <p:sldId id="260" r:id="rId8"/>
    <p:sldId id="271" r:id="rId9"/>
    <p:sldId id="261" r:id="rId10"/>
    <p:sldId id="269" r:id="rId11"/>
    <p:sldId id="276" r:id="rId12"/>
    <p:sldId id="274" r:id="rId13"/>
    <p:sldId id="277" r:id="rId14"/>
    <p:sldId id="275" r:id="rId15"/>
    <p:sldId id="278"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EA4F1D-018C-4851-BB1B-6BD511726081}">
          <p14:sldIdLst>
            <p14:sldId id="256"/>
            <p14:sldId id="257"/>
            <p14:sldId id="266"/>
          </p14:sldIdLst>
        </p14:section>
        <p14:section name="Untitled Section" id="{9C61B2A4-E303-4DF4-89A9-82421D8AD3A4}">
          <p14:sldIdLst>
            <p14:sldId id="259"/>
            <p14:sldId id="273"/>
            <p14:sldId id="272"/>
            <p14:sldId id="260"/>
            <p14:sldId id="271"/>
            <p14:sldId id="261"/>
            <p14:sldId id="269"/>
            <p14:sldId id="276"/>
            <p14:sldId id="274"/>
            <p14:sldId id="277"/>
            <p14:sldId id="275"/>
            <p14:sldId id="278"/>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EA775C-3C4F-4F89-92BB-A149B98E2B93}" v="17" dt="2025-12-08T14:46:54.8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lla Sunitha" userId="99b5d30fbea88694" providerId="LiveId" clId="{6CD796B5-AE18-40D6-86CC-78CB253C9CA1}"/>
    <pc:docChg chg="undo custSel delSld modSld">
      <pc:chgData name="Golla Sunitha" userId="99b5d30fbea88694" providerId="LiveId" clId="{6CD796B5-AE18-40D6-86CC-78CB253C9CA1}" dt="2025-12-08T14:47:15.935" v="52" actId="1035"/>
      <pc:docMkLst>
        <pc:docMk/>
      </pc:docMkLst>
      <pc:sldChg chg="addSp delSp modSp mod">
        <pc:chgData name="Golla Sunitha" userId="99b5d30fbea88694" providerId="LiveId" clId="{6CD796B5-AE18-40D6-86CC-78CB253C9CA1}" dt="2025-12-08T14:45:33.755" v="31" actId="1076"/>
        <pc:sldMkLst>
          <pc:docMk/>
          <pc:sldMk cId="3917230270" sldId="256"/>
        </pc:sldMkLst>
        <pc:picChg chg="mod">
          <ac:chgData name="Golla Sunitha" userId="99b5d30fbea88694" providerId="LiveId" clId="{6CD796B5-AE18-40D6-86CC-78CB253C9CA1}" dt="2025-12-08T14:41:09.979" v="15" actId="1076"/>
          <ac:picMkLst>
            <pc:docMk/>
            <pc:sldMk cId="3917230270" sldId="256"/>
            <ac:picMk id="4" creationId="{DE7841FE-DD95-4773-BB02-09EEBDA1106C}"/>
          </ac:picMkLst>
        </pc:picChg>
        <pc:picChg chg="add del mod ord">
          <ac:chgData name="Golla Sunitha" userId="99b5d30fbea88694" providerId="LiveId" clId="{6CD796B5-AE18-40D6-86CC-78CB253C9CA1}" dt="2025-12-08T14:43:36.762" v="25" actId="478"/>
          <ac:picMkLst>
            <pc:docMk/>
            <pc:sldMk cId="3917230270" sldId="256"/>
            <ac:picMk id="6" creationId="{1BADAF04-0989-3361-D40C-AB183391FF68}"/>
          </ac:picMkLst>
        </pc:picChg>
        <pc:picChg chg="add mod">
          <ac:chgData name="Golla Sunitha" userId="99b5d30fbea88694" providerId="LiveId" clId="{6CD796B5-AE18-40D6-86CC-78CB253C9CA1}" dt="2025-12-08T14:45:33.755" v="31" actId="1076"/>
          <ac:picMkLst>
            <pc:docMk/>
            <pc:sldMk cId="3917230270" sldId="256"/>
            <ac:picMk id="8" creationId="{ACC5CEE9-0567-CDE2-BF73-6473060B99A6}"/>
          </ac:picMkLst>
        </pc:picChg>
      </pc:sldChg>
      <pc:sldChg chg="addSp modSp">
        <pc:chgData name="Golla Sunitha" userId="99b5d30fbea88694" providerId="LiveId" clId="{6CD796B5-AE18-40D6-86CC-78CB253C9CA1}" dt="2025-12-08T14:46:51.518" v="45"/>
        <pc:sldMkLst>
          <pc:docMk/>
          <pc:sldMk cId="2409218947" sldId="257"/>
        </pc:sldMkLst>
        <pc:picChg chg="add mod">
          <ac:chgData name="Golla Sunitha" userId="99b5d30fbea88694" providerId="LiveId" clId="{6CD796B5-AE18-40D6-86CC-78CB253C9CA1}" dt="2025-12-08T14:46:51.518" v="45"/>
          <ac:picMkLst>
            <pc:docMk/>
            <pc:sldMk cId="2409218947" sldId="257"/>
            <ac:picMk id="7" creationId="{16723175-ADEF-02B6-D91E-306E6F278E35}"/>
          </ac:picMkLst>
        </pc:picChg>
      </pc:sldChg>
      <pc:sldChg chg="addSp modSp mod">
        <pc:chgData name="Golla Sunitha" userId="99b5d30fbea88694" providerId="LiveId" clId="{6CD796B5-AE18-40D6-86CC-78CB253C9CA1}" dt="2025-12-08T14:47:15.935" v="52" actId="1035"/>
        <pc:sldMkLst>
          <pc:docMk/>
          <pc:sldMk cId="4267589974" sldId="258"/>
        </pc:sldMkLst>
        <pc:picChg chg="mod">
          <ac:chgData name="Golla Sunitha" userId="99b5d30fbea88694" providerId="LiveId" clId="{6CD796B5-AE18-40D6-86CC-78CB253C9CA1}" dt="2025-12-08T14:47:15.935" v="52" actId="1035"/>
          <ac:picMkLst>
            <pc:docMk/>
            <pc:sldMk cId="4267589974" sldId="258"/>
            <ac:picMk id="4" creationId="{0927E857-490C-C789-92D5-249D99CDD82C}"/>
          </ac:picMkLst>
        </pc:picChg>
        <pc:picChg chg="add mod">
          <ac:chgData name="Golla Sunitha" userId="99b5d30fbea88694" providerId="LiveId" clId="{6CD796B5-AE18-40D6-86CC-78CB253C9CA1}" dt="2025-12-08T14:46:06.966" v="37"/>
          <ac:picMkLst>
            <pc:docMk/>
            <pc:sldMk cId="4267589974" sldId="258"/>
            <ac:picMk id="7" creationId="{A09AD0E7-91C9-1192-80A0-436345E7912D}"/>
          </ac:picMkLst>
        </pc:picChg>
      </pc:sldChg>
      <pc:sldChg chg="addSp modSp">
        <pc:chgData name="Golla Sunitha" userId="99b5d30fbea88694" providerId="LiveId" clId="{6CD796B5-AE18-40D6-86CC-78CB253C9CA1}" dt="2025-12-08T14:45:39.293" v="32"/>
        <pc:sldMkLst>
          <pc:docMk/>
          <pc:sldMk cId="3060448568" sldId="259"/>
        </pc:sldMkLst>
        <pc:picChg chg="add mod">
          <ac:chgData name="Golla Sunitha" userId="99b5d30fbea88694" providerId="LiveId" clId="{6CD796B5-AE18-40D6-86CC-78CB253C9CA1}" dt="2025-12-08T14:45:39.293" v="32"/>
          <ac:picMkLst>
            <pc:docMk/>
            <pc:sldMk cId="3060448568" sldId="259"/>
            <ac:picMk id="6" creationId="{AC7156FB-AE55-1DCF-7789-FCDE0BA78A1B}"/>
          </ac:picMkLst>
        </pc:picChg>
      </pc:sldChg>
      <pc:sldChg chg="addSp modSp">
        <pc:chgData name="Golla Sunitha" userId="99b5d30fbea88694" providerId="LiveId" clId="{6CD796B5-AE18-40D6-86CC-78CB253C9CA1}" dt="2025-12-08T14:46:44.042" v="44"/>
        <pc:sldMkLst>
          <pc:docMk/>
          <pc:sldMk cId="1197659785" sldId="260"/>
        </pc:sldMkLst>
        <pc:picChg chg="add mod">
          <ac:chgData name="Golla Sunitha" userId="99b5d30fbea88694" providerId="LiveId" clId="{6CD796B5-AE18-40D6-86CC-78CB253C9CA1}" dt="2025-12-08T14:46:44.042" v="44"/>
          <ac:picMkLst>
            <pc:docMk/>
            <pc:sldMk cId="1197659785" sldId="260"/>
            <ac:picMk id="5" creationId="{A95E7823-8305-F6A7-71D5-BC405A994466}"/>
          </ac:picMkLst>
        </pc:picChg>
      </pc:sldChg>
      <pc:sldChg chg="addSp modSp">
        <pc:chgData name="Golla Sunitha" userId="99b5d30fbea88694" providerId="LiveId" clId="{6CD796B5-AE18-40D6-86CC-78CB253C9CA1}" dt="2025-12-08T14:46:02.317" v="36"/>
        <pc:sldMkLst>
          <pc:docMk/>
          <pc:sldMk cId="3216461144" sldId="261"/>
        </pc:sldMkLst>
        <pc:picChg chg="add mod">
          <ac:chgData name="Golla Sunitha" userId="99b5d30fbea88694" providerId="LiveId" clId="{6CD796B5-AE18-40D6-86CC-78CB253C9CA1}" dt="2025-12-08T14:46:02.317" v="36"/>
          <ac:picMkLst>
            <pc:docMk/>
            <pc:sldMk cId="3216461144" sldId="261"/>
            <ac:picMk id="6" creationId="{F7272A3C-2F06-606A-D29F-1AC2C4C705E1}"/>
          </ac:picMkLst>
        </pc:picChg>
      </pc:sldChg>
      <pc:sldChg chg="addSp modSp">
        <pc:chgData name="Golla Sunitha" userId="99b5d30fbea88694" providerId="LiveId" clId="{6CD796B5-AE18-40D6-86CC-78CB253C9CA1}" dt="2025-12-08T14:45:58.206" v="35"/>
        <pc:sldMkLst>
          <pc:docMk/>
          <pc:sldMk cId="1781950047" sldId="262"/>
        </pc:sldMkLst>
        <pc:picChg chg="add mod">
          <ac:chgData name="Golla Sunitha" userId="99b5d30fbea88694" providerId="LiveId" clId="{6CD796B5-AE18-40D6-86CC-78CB253C9CA1}" dt="2025-12-08T14:45:58.206" v="35"/>
          <ac:picMkLst>
            <pc:docMk/>
            <pc:sldMk cId="1781950047" sldId="262"/>
            <ac:picMk id="5" creationId="{1C9299E2-237D-81D0-2757-596567A24C64}"/>
          </ac:picMkLst>
        </pc:picChg>
      </pc:sldChg>
      <pc:sldChg chg="addSp modSp">
        <pc:chgData name="Golla Sunitha" userId="99b5d30fbea88694" providerId="LiveId" clId="{6CD796B5-AE18-40D6-86CC-78CB253C9CA1}" dt="2025-12-08T14:45:43.819" v="33"/>
        <pc:sldMkLst>
          <pc:docMk/>
          <pc:sldMk cId="3949098123" sldId="263"/>
        </pc:sldMkLst>
        <pc:picChg chg="add mod">
          <ac:chgData name="Golla Sunitha" userId="99b5d30fbea88694" providerId="LiveId" clId="{6CD796B5-AE18-40D6-86CC-78CB253C9CA1}" dt="2025-12-08T14:45:43.819" v="33"/>
          <ac:picMkLst>
            <pc:docMk/>
            <pc:sldMk cId="3949098123" sldId="263"/>
            <ac:picMk id="9" creationId="{C7029697-823B-7291-89B7-1221FC586050}"/>
          </ac:picMkLst>
        </pc:picChg>
      </pc:sldChg>
      <pc:sldChg chg="addSp modSp del">
        <pc:chgData name="Golla Sunitha" userId="99b5d30fbea88694" providerId="LiveId" clId="{6CD796B5-AE18-40D6-86CC-78CB253C9CA1}" dt="2025-12-08T14:47:06.033" v="47" actId="47"/>
        <pc:sldMkLst>
          <pc:docMk/>
          <pc:sldMk cId="234835521" sldId="264"/>
        </pc:sldMkLst>
        <pc:picChg chg="add mod">
          <ac:chgData name="Golla Sunitha" userId="99b5d30fbea88694" providerId="LiveId" clId="{6CD796B5-AE18-40D6-86CC-78CB253C9CA1}" dt="2025-12-08T14:46:35.816" v="43"/>
          <ac:picMkLst>
            <pc:docMk/>
            <pc:sldMk cId="234835521" sldId="264"/>
            <ac:picMk id="7" creationId="{CB10DEEA-C550-D597-B4B6-7DDF8E2FCD00}"/>
          </ac:picMkLst>
        </pc:picChg>
      </pc:sldChg>
      <pc:sldChg chg="addSp modSp">
        <pc:chgData name="Golla Sunitha" userId="99b5d30fbea88694" providerId="LiveId" clId="{6CD796B5-AE18-40D6-86CC-78CB253C9CA1}" dt="2025-12-08T14:46:30.990" v="42"/>
        <pc:sldMkLst>
          <pc:docMk/>
          <pc:sldMk cId="2895641369" sldId="265"/>
        </pc:sldMkLst>
        <pc:picChg chg="add mod">
          <ac:chgData name="Golla Sunitha" userId="99b5d30fbea88694" providerId="LiveId" clId="{6CD796B5-AE18-40D6-86CC-78CB253C9CA1}" dt="2025-12-08T14:46:30.990" v="42"/>
          <ac:picMkLst>
            <pc:docMk/>
            <pc:sldMk cId="2895641369" sldId="265"/>
            <ac:picMk id="6" creationId="{AA407A86-2D37-7A18-D5CD-124D9A01A3FF}"/>
          </ac:picMkLst>
        </pc:picChg>
      </pc:sldChg>
      <pc:sldChg chg="addSp modSp">
        <pc:chgData name="Golla Sunitha" userId="99b5d30fbea88694" providerId="LiveId" clId="{6CD796B5-AE18-40D6-86CC-78CB253C9CA1}" dt="2025-12-08T14:46:54.858" v="46"/>
        <pc:sldMkLst>
          <pc:docMk/>
          <pc:sldMk cId="1751029155" sldId="266"/>
        </pc:sldMkLst>
        <pc:picChg chg="add mod">
          <ac:chgData name="Golla Sunitha" userId="99b5d30fbea88694" providerId="LiveId" clId="{6CD796B5-AE18-40D6-86CC-78CB253C9CA1}" dt="2025-12-08T14:46:54.858" v="46"/>
          <ac:picMkLst>
            <pc:docMk/>
            <pc:sldMk cId="1751029155" sldId="266"/>
            <ac:picMk id="7" creationId="{029311F7-DEE2-D473-D54A-BD143782416A}"/>
          </ac:picMkLst>
        </pc:picChg>
      </pc:sldChg>
      <pc:sldChg chg="addSp modSp">
        <pc:chgData name="Golla Sunitha" userId="99b5d30fbea88694" providerId="LiveId" clId="{6CD796B5-AE18-40D6-86CC-78CB253C9CA1}" dt="2025-12-08T14:46:16.578" v="39"/>
        <pc:sldMkLst>
          <pc:docMk/>
          <pc:sldMk cId="1003524888" sldId="267"/>
        </pc:sldMkLst>
        <pc:picChg chg="add mod">
          <ac:chgData name="Golla Sunitha" userId="99b5d30fbea88694" providerId="LiveId" clId="{6CD796B5-AE18-40D6-86CC-78CB253C9CA1}" dt="2025-12-08T14:46:16.578" v="39"/>
          <ac:picMkLst>
            <pc:docMk/>
            <pc:sldMk cId="1003524888" sldId="267"/>
            <ac:picMk id="4" creationId="{075B5B3E-7A87-76F4-7431-BD3249AB7522}"/>
          </ac:picMkLst>
        </pc:picChg>
      </pc:sldChg>
      <pc:sldChg chg="addSp modSp">
        <pc:chgData name="Golla Sunitha" userId="99b5d30fbea88694" providerId="LiveId" clId="{6CD796B5-AE18-40D6-86CC-78CB253C9CA1}" dt="2025-12-08T14:46:21.146" v="40"/>
        <pc:sldMkLst>
          <pc:docMk/>
          <pc:sldMk cId="721293421" sldId="268"/>
        </pc:sldMkLst>
        <pc:picChg chg="add mod">
          <ac:chgData name="Golla Sunitha" userId="99b5d30fbea88694" providerId="LiveId" clId="{6CD796B5-AE18-40D6-86CC-78CB253C9CA1}" dt="2025-12-08T14:46:21.146" v="40"/>
          <ac:picMkLst>
            <pc:docMk/>
            <pc:sldMk cId="721293421" sldId="268"/>
            <ac:picMk id="5" creationId="{358F959E-79AC-3AC2-1D0B-AE6355C46EE2}"/>
          </ac:picMkLst>
        </pc:picChg>
      </pc:sldChg>
      <pc:sldChg chg="addSp modSp">
        <pc:chgData name="Golla Sunitha" userId="99b5d30fbea88694" providerId="LiveId" clId="{6CD796B5-AE18-40D6-86CC-78CB253C9CA1}" dt="2025-12-08T14:46:12.258" v="38"/>
        <pc:sldMkLst>
          <pc:docMk/>
          <pc:sldMk cId="2169182716" sldId="269"/>
        </pc:sldMkLst>
        <pc:picChg chg="add mod">
          <ac:chgData name="Golla Sunitha" userId="99b5d30fbea88694" providerId="LiveId" clId="{6CD796B5-AE18-40D6-86CC-78CB253C9CA1}" dt="2025-12-08T14:46:12.258" v="38"/>
          <ac:picMkLst>
            <pc:docMk/>
            <pc:sldMk cId="2169182716" sldId="269"/>
            <ac:picMk id="6" creationId="{F05CD554-7D5D-C34B-9832-71B26484BE0D}"/>
          </ac:picMkLst>
        </pc:picChg>
      </pc:sldChg>
      <pc:sldChg chg="addSp modSp">
        <pc:chgData name="Golla Sunitha" userId="99b5d30fbea88694" providerId="LiveId" clId="{6CD796B5-AE18-40D6-86CC-78CB253C9CA1}" dt="2025-12-08T14:46:26.165" v="41"/>
        <pc:sldMkLst>
          <pc:docMk/>
          <pc:sldMk cId="744912123" sldId="270"/>
        </pc:sldMkLst>
        <pc:picChg chg="add mod">
          <ac:chgData name="Golla Sunitha" userId="99b5d30fbea88694" providerId="LiveId" clId="{6CD796B5-AE18-40D6-86CC-78CB253C9CA1}" dt="2025-12-08T14:46:26.165" v="41"/>
          <ac:picMkLst>
            <pc:docMk/>
            <pc:sldMk cId="744912123" sldId="270"/>
            <ac:picMk id="5" creationId="{54C6BFC8-AAAD-6F8A-511F-6998E63D84BC}"/>
          </ac:picMkLst>
        </pc:picChg>
      </pc:sldChg>
      <pc:sldChg chg="addSp modSp">
        <pc:chgData name="Golla Sunitha" userId="99b5d30fbea88694" providerId="LiveId" clId="{6CD796B5-AE18-40D6-86CC-78CB253C9CA1}" dt="2025-12-08T14:45:49.168" v="34"/>
        <pc:sldMkLst>
          <pc:docMk/>
          <pc:sldMk cId="1692632884" sldId="271"/>
        </pc:sldMkLst>
        <pc:picChg chg="add mod">
          <ac:chgData name="Golla Sunitha" userId="99b5d30fbea88694" providerId="LiveId" clId="{6CD796B5-AE18-40D6-86CC-78CB253C9CA1}" dt="2025-12-08T14:45:49.168" v="34"/>
          <ac:picMkLst>
            <pc:docMk/>
            <pc:sldMk cId="1692632884" sldId="271"/>
            <ac:picMk id="3" creationId="{C3C64526-0DAE-499A-94DE-F3F18E496CD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5CE4D9-4085-49A1-BFB1-6D9AED838117}" type="datetimeFigureOut">
              <a:rPr lang="en-IN" smtClean="0"/>
              <a:t>24-05-2026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BF968B-80EC-491B-9626-4DE2FD0B52E3}" type="slidenum">
              <a:rPr lang="en-IN" smtClean="0"/>
              <a:t>‹#›</a:t>
            </a:fld>
            <a:endParaRPr lang="en-IN"/>
          </a:p>
        </p:txBody>
      </p:sp>
    </p:spTree>
    <p:extLst>
      <p:ext uri="{BB962C8B-B14F-4D97-AF65-F5344CB8AC3E}">
        <p14:creationId xmlns:p14="http://schemas.microsoft.com/office/powerpoint/2010/main" val="3898049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C20A1-3A69-31B9-D1CF-BEB520C789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36B330-D882-FC67-3C1F-204B72C03A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48FB6D-0796-F9ED-9219-F7A924E196D5}"/>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5" name="Footer Placeholder 4">
            <a:extLst>
              <a:ext uri="{FF2B5EF4-FFF2-40B4-BE49-F238E27FC236}">
                <a16:creationId xmlns:a16="http://schemas.microsoft.com/office/drawing/2014/main" id="{9F5EB748-F2F5-0E9D-7DDB-714719B176C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92FBDE2-5023-2F84-622B-4EC35B06FBF2}"/>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3118109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D5B6C-3B7E-1FAB-7786-7BD53E0CBF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E46DD37-FDBF-2D16-CB19-C1DF03C0C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76201A-157D-B687-7CE3-C84D14F738E0}"/>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5" name="Footer Placeholder 4">
            <a:extLst>
              <a:ext uri="{FF2B5EF4-FFF2-40B4-BE49-F238E27FC236}">
                <a16:creationId xmlns:a16="http://schemas.microsoft.com/office/drawing/2014/main" id="{28E27609-55E2-5EC6-8EC1-A994039430A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91A5BF3-0B3C-E728-816C-13ACCEAFF5F1}"/>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3346678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D873C-CBC3-0ABA-A7C3-50BA009B3B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680EF43-BECA-EAB4-78E8-A62F18E154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664CCE-C695-A5DF-549E-883841681FAE}"/>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5" name="Footer Placeholder 4">
            <a:extLst>
              <a:ext uri="{FF2B5EF4-FFF2-40B4-BE49-F238E27FC236}">
                <a16:creationId xmlns:a16="http://schemas.microsoft.com/office/drawing/2014/main" id="{5879E66D-5CA7-7F09-25B8-222F6E536E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5779ECE-3D6C-82D9-98A7-F3D3411E2A83}"/>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2524933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B4FAC-FE8F-6B39-2EAC-C0062B3710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9D11F7-9774-2AF5-AC17-B43549F44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7AC7C5-F282-D007-928C-E0358CD65A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D6F8B8-8639-8370-6BF8-3D78DDEBA5A2}"/>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6" name="Footer Placeholder 5">
            <a:extLst>
              <a:ext uri="{FF2B5EF4-FFF2-40B4-BE49-F238E27FC236}">
                <a16:creationId xmlns:a16="http://schemas.microsoft.com/office/drawing/2014/main" id="{6D59D844-8685-48FF-4225-0049075A313E}"/>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66CA634-58EC-16A5-B957-840E4652A190}"/>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3957073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02C06-9C91-4DCA-7AD7-3D81A0CB0F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1B523E-81D1-382D-9573-45640C7F33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9F5E17-2CDB-B351-F8D7-5FA75093EC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FA4223-ACAD-304F-9A42-DC1D35173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D47AD2-4873-B341-542E-5F0678848A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132C32-5C87-8429-72CF-CEFBB1DEA0FE}"/>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8" name="Footer Placeholder 7">
            <a:extLst>
              <a:ext uri="{FF2B5EF4-FFF2-40B4-BE49-F238E27FC236}">
                <a16:creationId xmlns:a16="http://schemas.microsoft.com/office/drawing/2014/main" id="{D57434CF-80C6-11E5-470E-D3C130CBB25D}"/>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26A48417-09C6-D37D-AB5B-B15931C53391}"/>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3523534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1C8BE-099F-5740-8D4D-97002440BE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2E422A-011E-BBB2-000C-5B1DC8507157}"/>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4" name="Footer Placeholder 3">
            <a:extLst>
              <a:ext uri="{FF2B5EF4-FFF2-40B4-BE49-F238E27FC236}">
                <a16:creationId xmlns:a16="http://schemas.microsoft.com/office/drawing/2014/main" id="{F8ACD537-5DAE-19F1-CE96-3F259A97156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39CCE33D-A5B3-FDCA-1107-15084760D16B}"/>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3823093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3AC5BA-BD44-31B9-AACA-A57DBB949AB3}"/>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3" name="Footer Placeholder 2">
            <a:extLst>
              <a:ext uri="{FF2B5EF4-FFF2-40B4-BE49-F238E27FC236}">
                <a16:creationId xmlns:a16="http://schemas.microsoft.com/office/drawing/2014/main" id="{B6E76EE1-3176-537F-6E93-40F156963B8C}"/>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B9A64B9D-ADA7-29C2-4DE6-378698837F95}"/>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3552398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3AD19-F497-DE7B-542C-E03D63108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6AEA5C-6D86-D17F-BD6E-CC82E6EA1B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1BBC79-7FF8-2FA2-1459-1E900296BD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6BB16F-3704-1549-C195-77D9F986A5C8}"/>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6" name="Footer Placeholder 5">
            <a:extLst>
              <a:ext uri="{FF2B5EF4-FFF2-40B4-BE49-F238E27FC236}">
                <a16:creationId xmlns:a16="http://schemas.microsoft.com/office/drawing/2014/main" id="{627050A3-9103-AB9E-8293-7E7CA2A7948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D0883C4D-B926-783A-09CB-BB7ECEFFF524}"/>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1006117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C2AD1-42B8-EF5E-3A85-31DD58CB8E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408C36D-1134-F3F9-CAD2-709323FBA3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74D44F0-857F-0B3D-3206-63A0EC430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E0B49-99A0-D28E-D9CA-9E9F8BEF0298}"/>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6" name="Footer Placeholder 5">
            <a:extLst>
              <a:ext uri="{FF2B5EF4-FFF2-40B4-BE49-F238E27FC236}">
                <a16:creationId xmlns:a16="http://schemas.microsoft.com/office/drawing/2014/main" id="{B1AD6ECF-B303-5C20-4CE9-38A8B3DB7DE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2E0AE40-B46B-1B98-ED62-574F8B418037}"/>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200458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2DE8-E192-0B0E-DAE8-39EF16E7D9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ED3914-95CE-7778-1D5E-0604466051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2B15C4-94B5-79D9-BD6F-C47059CA34B5}"/>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5" name="Footer Placeholder 4">
            <a:extLst>
              <a:ext uri="{FF2B5EF4-FFF2-40B4-BE49-F238E27FC236}">
                <a16:creationId xmlns:a16="http://schemas.microsoft.com/office/drawing/2014/main" id="{93C49820-69F0-BF6D-8F73-4F411DCDA0B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960016A-34A8-35AD-7F47-BC31F26120A7}"/>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4252617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417C55-88B8-6B88-5AA1-8498411179F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E1A06DC-40F6-22AE-6419-57F155E8B3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72AD9D-7D5E-3D90-80BD-7C0A7A55C795}"/>
              </a:ext>
            </a:extLst>
          </p:cNvPr>
          <p:cNvSpPr>
            <a:spLocks noGrp="1"/>
          </p:cNvSpPr>
          <p:nvPr>
            <p:ph type="dt" sz="half" idx="10"/>
          </p:nvPr>
        </p:nvSpPr>
        <p:spPr/>
        <p:txBody>
          <a:bodyPr/>
          <a:lstStyle/>
          <a:p>
            <a:fld id="{CC87A4F7-7E70-4F2E-A52B-37C0ED66D8EB}" type="datetimeFigureOut">
              <a:rPr lang="en-IN" smtClean="0"/>
              <a:t>24-05-2026</a:t>
            </a:fld>
            <a:endParaRPr lang="en-IN" dirty="0"/>
          </a:p>
        </p:txBody>
      </p:sp>
      <p:sp>
        <p:nvSpPr>
          <p:cNvPr id="5" name="Footer Placeholder 4">
            <a:extLst>
              <a:ext uri="{FF2B5EF4-FFF2-40B4-BE49-F238E27FC236}">
                <a16:creationId xmlns:a16="http://schemas.microsoft.com/office/drawing/2014/main" id="{18ED5CCC-D088-775F-23E3-6A3F84F0EF4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2D45C9D-08CE-F3B5-E86F-7F86D992FDB9}"/>
              </a:ext>
            </a:extLst>
          </p:cNvPr>
          <p:cNvSpPr>
            <a:spLocks noGrp="1"/>
          </p:cNvSpPr>
          <p:nvPr>
            <p:ph type="sldNum" sz="quarter" idx="12"/>
          </p:nvPr>
        </p:nvSpPr>
        <p:spPr/>
        <p:txBody>
          <a:bodyPr/>
          <a:lstStyle/>
          <a:p>
            <a:fld id="{92129CC9-AFE4-4464-8E3C-25A130F2FB98}" type="slidenum">
              <a:rPr lang="en-IN" smtClean="0"/>
              <a:t>‹#›</a:t>
            </a:fld>
            <a:endParaRPr lang="en-IN" dirty="0"/>
          </a:p>
        </p:txBody>
      </p:sp>
    </p:spTree>
    <p:extLst>
      <p:ext uri="{BB962C8B-B14F-4D97-AF65-F5344CB8AC3E}">
        <p14:creationId xmlns:p14="http://schemas.microsoft.com/office/powerpoint/2010/main" val="1283768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557A4C-F2EA-BE35-EE09-F88E332DB0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D586DF2-4B72-2E2E-BE7E-536A39A60B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B43929-669F-CF4C-7D53-91934BEA94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87A4F7-7E70-4F2E-A52B-37C0ED66D8EB}" type="datetimeFigureOut">
              <a:rPr lang="en-IN" smtClean="0"/>
              <a:t>24-05-2026</a:t>
            </a:fld>
            <a:endParaRPr lang="en-IN" dirty="0"/>
          </a:p>
        </p:txBody>
      </p:sp>
      <p:sp>
        <p:nvSpPr>
          <p:cNvPr id="5" name="Footer Placeholder 4">
            <a:extLst>
              <a:ext uri="{FF2B5EF4-FFF2-40B4-BE49-F238E27FC236}">
                <a16:creationId xmlns:a16="http://schemas.microsoft.com/office/drawing/2014/main" id="{E81933CB-24C7-A614-58B8-9834AC148D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DEE927EA-2050-A229-ABDA-76D0C8BD45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129CC9-AFE4-4464-8E3C-25A130F2FB98}" type="slidenum">
              <a:rPr lang="en-IN" smtClean="0"/>
              <a:t>‹#›</a:t>
            </a:fld>
            <a:endParaRPr lang="en-IN" dirty="0"/>
          </a:p>
        </p:txBody>
      </p:sp>
    </p:spTree>
    <p:extLst>
      <p:ext uri="{BB962C8B-B14F-4D97-AF65-F5344CB8AC3E}">
        <p14:creationId xmlns:p14="http://schemas.microsoft.com/office/powerpoint/2010/main" val="16955714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21AE5-E20C-1B09-B3DE-44276E010172}"/>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0426C2C8-7178-5434-EBF8-A26DD99C05DD}"/>
              </a:ext>
            </a:extLst>
          </p:cNvPr>
          <p:cNvSpPr>
            <a:spLocks noGrp="1"/>
          </p:cNvSpPr>
          <p:nvPr>
            <p:ph type="subTitle" idx="1"/>
          </p:nvPr>
        </p:nvSpPr>
        <p:spPr/>
        <p:txBody>
          <a:bodyPr/>
          <a:lstStyle/>
          <a:p>
            <a:endParaRPr lang="en-IN" dirty="0"/>
          </a:p>
        </p:txBody>
      </p:sp>
      <p:pic>
        <p:nvPicPr>
          <p:cNvPr id="4" name="Picture 3">
            <a:extLst>
              <a:ext uri="{FF2B5EF4-FFF2-40B4-BE49-F238E27FC236}">
                <a16:creationId xmlns:a16="http://schemas.microsoft.com/office/drawing/2014/main" id="{DE7841FE-DD95-4773-BB02-09EEBDA1106C}"/>
              </a:ext>
            </a:extLst>
          </p:cNvPr>
          <p:cNvPicPr>
            <a:picLocks noChangeAspect="1"/>
          </p:cNvPicPr>
          <p:nvPr/>
        </p:nvPicPr>
        <p:blipFill>
          <a:blip r:embed="rId2"/>
          <a:stretch>
            <a:fillRect/>
          </a:stretch>
        </p:blipFill>
        <p:spPr>
          <a:xfrm>
            <a:off x="9427" y="19703"/>
            <a:ext cx="12192000" cy="6857999"/>
          </a:xfrm>
          <a:prstGeom prst="rect">
            <a:avLst/>
          </a:prstGeom>
        </p:spPr>
      </p:pic>
      <p:sp>
        <p:nvSpPr>
          <p:cNvPr id="62" name="Title 1"/>
          <p:cNvSpPr txBox="1">
            <a:spLocks/>
          </p:cNvSpPr>
          <p:nvPr/>
        </p:nvSpPr>
        <p:spPr>
          <a:xfrm>
            <a:off x="329590" y="1281414"/>
            <a:ext cx="11252809" cy="103474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2800" b="1" kern="1200">
                <a:solidFill>
                  <a:schemeClr val="tx1"/>
                </a:solidFill>
                <a:latin typeface="Times New Roman" panose="02020603050405020304"/>
                <a:ea typeface="Times New Roman" panose="02020603050405020304"/>
                <a:cs typeface="Times New Roman" panose="02020603050405020304"/>
                <a:sym typeface="Times New Roman" panose="02020603050405020304"/>
              </a:defRPr>
            </a:lvl1pPr>
          </a:lstStyle>
          <a:p>
            <a:r>
              <a:rPr lang="en-US" sz="3200" dirty="0"/>
              <a:t>Find Your Parking Space</a:t>
            </a:r>
          </a:p>
        </p:txBody>
      </p:sp>
      <p:sp>
        <p:nvSpPr>
          <p:cNvPr id="63" name="TextBox 2"/>
          <p:cNvSpPr txBox="1"/>
          <p:nvPr/>
        </p:nvSpPr>
        <p:spPr>
          <a:xfrm>
            <a:off x="904850" y="4054108"/>
            <a:ext cx="5881195" cy="1608667"/>
          </a:xfrm>
          <a:prstGeom prst="rect">
            <a:avLst/>
          </a:prstGeom>
          <a:ln w="12700">
            <a:miter lim="400000"/>
          </a:ln>
        </p:spPr>
        <p:txBody>
          <a:bodyPr lIns="60959" rIns="60959">
            <a:noAutofit/>
          </a:bodyPr>
          <a:lstStyle/>
          <a:p>
            <a:pPr>
              <a:defRPr sz="1600">
                <a:latin typeface="Times New Roman" panose="02020603050405020304"/>
                <a:ea typeface="Times New Roman" panose="02020603050405020304"/>
                <a:cs typeface="Times New Roman" panose="02020603050405020304"/>
                <a:sym typeface="Times New Roman" panose="02020603050405020304"/>
              </a:defRPr>
            </a:pPr>
            <a:r>
              <a:rPr lang="en-IN" sz="2100" dirty="0">
                <a:latin typeface="Times New Roman" panose="02020603050405020304" pitchFamily="18" charset="0"/>
                <a:cs typeface="Times New Roman" panose="02020603050405020304" pitchFamily="18" charset="0"/>
              </a:rPr>
              <a:t>Presented By:</a:t>
            </a:r>
          </a:p>
          <a:p>
            <a:pPr algn="l"/>
            <a:r>
              <a:rPr lang="en-IN" sz="2100" dirty="0">
                <a:latin typeface="Times New Roman" panose="02020603050405020304" pitchFamily="18" charset="0"/>
                <a:cs typeface="Times New Roman" panose="02020603050405020304" pitchFamily="18" charset="0"/>
              </a:rPr>
              <a:t>Avuthu Roopesh Reddy - 24EG504E01</a:t>
            </a:r>
          </a:p>
          <a:p>
            <a:pPr algn="l"/>
            <a:r>
              <a:rPr lang="en-IN" sz="2100" dirty="0" err="1">
                <a:latin typeface="Times New Roman" panose="02020603050405020304" pitchFamily="18" charset="0"/>
                <a:cs typeface="Times New Roman" panose="02020603050405020304" pitchFamily="18" charset="0"/>
              </a:rPr>
              <a:t>Banala</a:t>
            </a:r>
            <a:r>
              <a:rPr lang="en-IN" sz="2100" dirty="0">
                <a:latin typeface="Times New Roman" panose="02020603050405020304" pitchFamily="18" charset="0"/>
                <a:cs typeface="Times New Roman" panose="02020603050405020304" pitchFamily="18" charset="0"/>
              </a:rPr>
              <a:t> Sanjay Kumar    - 24EG504C02</a:t>
            </a:r>
          </a:p>
          <a:p>
            <a:pPr algn="l"/>
            <a:r>
              <a:rPr lang="en-IN" sz="2100" dirty="0" err="1">
                <a:latin typeface="Times New Roman" panose="02020603050405020304" pitchFamily="18" charset="0"/>
                <a:cs typeface="Times New Roman" panose="02020603050405020304" pitchFamily="18" charset="0"/>
              </a:rPr>
              <a:t>Surishetty</a:t>
            </a:r>
            <a:r>
              <a:rPr lang="en-IN" sz="2100" dirty="0">
                <a:latin typeface="Times New Roman" panose="02020603050405020304" pitchFamily="18" charset="0"/>
                <a:cs typeface="Times New Roman" panose="02020603050405020304" pitchFamily="18" charset="0"/>
              </a:rPr>
              <a:t> Pranav Sai     - 24EG504E25</a:t>
            </a:r>
          </a:p>
          <a:p>
            <a:pPr algn="l"/>
            <a:r>
              <a:rPr lang="en-IN" sz="2100" dirty="0">
                <a:latin typeface="Times New Roman" panose="02020603050405020304" pitchFamily="18" charset="0"/>
                <a:cs typeface="Times New Roman" panose="02020603050405020304" pitchFamily="18" charset="0"/>
              </a:rPr>
              <a:t>Shaik </a:t>
            </a:r>
            <a:r>
              <a:rPr lang="en-IN" sz="2100" dirty="0" err="1">
                <a:latin typeface="Times New Roman" panose="02020603050405020304" pitchFamily="18" charset="0"/>
                <a:cs typeface="Times New Roman" panose="02020603050405020304" pitchFamily="18" charset="0"/>
              </a:rPr>
              <a:t>SayyadPasha</a:t>
            </a:r>
            <a:r>
              <a:rPr lang="en-IN" sz="2100" dirty="0">
                <a:latin typeface="Times New Roman" panose="02020603050405020304" pitchFamily="18" charset="0"/>
                <a:cs typeface="Times New Roman" panose="02020603050405020304" pitchFamily="18" charset="0"/>
              </a:rPr>
              <a:t>        -  23EG104c27</a:t>
            </a:r>
          </a:p>
          <a:p>
            <a:pPr algn="l"/>
            <a:endParaRPr lang="en-IN" sz="2133" dirty="0">
              <a:latin typeface="Times New Roman" panose="02020603050405020304" pitchFamily="18" charset="0"/>
              <a:cs typeface="Times New Roman" panose="02020603050405020304" pitchFamily="18" charset="0"/>
            </a:endParaRPr>
          </a:p>
        </p:txBody>
      </p:sp>
      <p:sp>
        <p:nvSpPr>
          <p:cNvPr id="64" name="TextBox 7"/>
          <p:cNvSpPr txBox="1"/>
          <p:nvPr/>
        </p:nvSpPr>
        <p:spPr>
          <a:xfrm>
            <a:off x="7681468" y="4010497"/>
            <a:ext cx="3900931" cy="1708160"/>
          </a:xfrm>
          <a:prstGeom prst="rect">
            <a:avLst/>
          </a:prstGeom>
          <a:ln w="12700">
            <a:miter lim="400000"/>
          </a:ln>
        </p:spPr>
        <p:txBody>
          <a:bodyPr wrap="square" lIns="60959" rIns="60959">
            <a:spAutoFit/>
          </a:bodyPr>
          <a:lstStyle/>
          <a:p>
            <a:pPr>
              <a:defRPr sz="1600">
                <a:latin typeface="Times New Roman" panose="02020603050405020304"/>
                <a:ea typeface="Times New Roman" panose="02020603050405020304"/>
                <a:cs typeface="Times New Roman" panose="02020603050405020304"/>
                <a:sym typeface="Times New Roman" panose="02020603050405020304"/>
              </a:defRPr>
            </a:pPr>
            <a:r>
              <a:rPr sz="2100" dirty="0"/>
              <a:t>Under the guidance of: </a:t>
            </a:r>
            <a:endParaRPr lang="en-IN" sz="2100" dirty="0"/>
          </a:p>
          <a:p>
            <a:pPr>
              <a:defRPr sz="1600">
                <a:latin typeface="Times New Roman" panose="02020603050405020304"/>
                <a:ea typeface="Times New Roman" panose="02020603050405020304"/>
                <a:cs typeface="Times New Roman" panose="02020603050405020304"/>
                <a:sym typeface="Times New Roman" panose="02020603050405020304"/>
              </a:defRPr>
            </a:pPr>
            <a:r>
              <a:rPr lang="fi-FI" sz="2100" dirty="0">
                <a:latin typeface="TimesNewRomanPSMT"/>
              </a:rPr>
              <a:t>Dr. M. Kiran Kumar</a:t>
            </a:r>
            <a:endParaRPr sz="2100" dirty="0"/>
          </a:p>
          <a:p>
            <a:pPr>
              <a:defRPr sz="1600">
                <a:latin typeface="Times New Roman" panose="02020603050405020304"/>
                <a:ea typeface="Times New Roman" panose="02020603050405020304"/>
                <a:cs typeface="Times New Roman" panose="02020603050405020304"/>
                <a:sym typeface="Times New Roman" panose="02020603050405020304"/>
              </a:defRPr>
            </a:pPr>
            <a:r>
              <a:rPr lang="en-US" sz="2100" dirty="0"/>
              <a:t>Assistant Professor, </a:t>
            </a:r>
          </a:p>
          <a:p>
            <a:pPr>
              <a:defRPr sz="1600">
                <a:latin typeface="Times New Roman" panose="02020603050405020304"/>
                <a:ea typeface="Times New Roman" panose="02020603050405020304"/>
                <a:cs typeface="Times New Roman" panose="02020603050405020304"/>
                <a:sym typeface="Times New Roman" panose="02020603050405020304"/>
              </a:defRPr>
            </a:pPr>
            <a:r>
              <a:rPr lang="en-US" sz="2100" dirty="0"/>
              <a:t>Dept. of ECE,</a:t>
            </a:r>
          </a:p>
          <a:p>
            <a:pPr>
              <a:defRPr sz="1600">
                <a:latin typeface="Times New Roman" panose="02020603050405020304"/>
                <a:ea typeface="Times New Roman" panose="02020603050405020304"/>
                <a:cs typeface="Times New Roman" panose="02020603050405020304"/>
                <a:sym typeface="Times New Roman" panose="02020603050405020304"/>
              </a:defRPr>
            </a:pPr>
            <a:r>
              <a:rPr sz="2100" dirty="0"/>
              <a:t>Anurag University</a:t>
            </a:r>
          </a:p>
        </p:txBody>
      </p:sp>
      <p:sp>
        <p:nvSpPr>
          <p:cNvPr id="65" name="TextBox 3"/>
          <p:cNvSpPr txBox="1"/>
          <p:nvPr/>
        </p:nvSpPr>
        <p:spPr>
          <a:xfrm>
            <a:off x="4676702" y="2663025"/>
            <a:ext cx="2838596" cy="502766"/>
          </a:xfrm>
          <a:prstGeom prst="rect">
            <a:avLst/>
          </a:prstGeom>
          <a:ln w="12700">
            <a:miter lim="400000"/>
          </a:ln>
        </p:spPr>
        <p:txBody>
          <a:bodyPr wrap="none" lIns="60959" rIns="60959">
            <a:spAutoFit/>
          </a:bodyPr>
          <a:lstStyle>
            <a:lvl1pPr>
              <a:defRPr sz="2000">
                <a:latin typeface="Times New Roman" panose="02020603050405020304"/>
                <a:ea typeface="Times New Roman" panose="02020603050405020304"/>
                <a:cs typeface="Times New Roman" panose="02020603050405020304"/>
                <a:sym typeface="Times New Roman" panose="02020603050405020304"/>
              </a:defRPr>
            </a:lvl1pPr>
          </a:lstStyle>
          <a:p>
            <a:r>
              <a:rPr sz="2667" dirty="0"/>
              <a:t>Department of ECE</a:t>
            </a:r>
          </a:p>
        </p:txBody>
      </p:sp>
    </p:spTree>
    <p:extLst>
      <p:ext uri="{BB962C8B-B14F-4D97-AF65-F5344CB8AC3E}">
        <p14:creationId xmlns:p14="http://schemas.microsoft.com/office/powerpoint/2010/main" val="3917230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F91B0-16F9-2B6D-56F4-0571A26A074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4164D25D-2A47-5990-5FB1-76D85BB54016}"/>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1D7DC564-57D5-25F8-D054-EF5EBA790CA9}"/>
              </a:ext>
            </a:extLst>
          </p:cNvPr>
          <p:cNvPicPr>
            <a:picLocks noChangeAspect="1"/>
          </p:cNvPicPr>
          <p:nvPr/>
        </p:nvPicPr>
        <p:blipFill>
          <a:blip r:embed="rId2"/>
          <a:stretch>
            <a:fillRect/>
          </a:stretch>
        </p:blipFill>
        <p:spPr>
          <a:xfrm>
            <a:off x="0" y="0"/>
            <a:ext cx="12192000" cy="6857999"/>
          </a:xfrm>
          <a:prstGeom prst="rect">
            <a:avLst/>
          </a:prstGeom>
        </p:spPr>
      </p:pic>
      <p:sp>
        <p:nvSpPr>
          <p:cNvPr id="5" name="Title 1">
            <a:extLst>
              <a:ext uri="{FF2B5EF4-FFF2-40B4-BE49-F238E27FC236}">
                <a16:creationId xmlns:a16="http://schemas.microsoft.com/office/drawing/2014/main" id="{6E3F9FB2-C26B-1FEE-28D5-597D7B061049}"/>
              </a:ext>
            </a:extLst>
          </p:cNvPr>
          <p:cNvSpPr txBox="1">
            <a:spLocks/>
          </p:cNvSpPr>
          <p:nvPr/>
        </p:nvSpPr>
        <p:spPr>
          <a:xfrm>
            <a:off x="2101044" y="564398"/>
            <a:ext cx="7989911" cy="76408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a:solidFill>
                  <a:schemeClr val="tx1"/>
                </a:solidFill>
                <a:latin typeface="Times New Roman" panose="02020603050405020304"/>
                <a:ea typeface="Times New Roman" panose="02020603050405020304"/>
                <a:cs typeface="Times New Roman" panose="02020603050405020304"/>
                <a:sym typeface="Times New Roman" panose="02020603050405020304"/>
              </a:defRPr>
            </a:lvl1pPr>
          </a:lstStyle>
          <a:p>
            <a:pPr algn="ctr"/>
            <a:r>
              <a:rPr lang="en-IN" sz="3200" dirty="0"/>
              <a:t>Abstract</a:t>
            </a:r>
            <a:endParaRPr lang="en-IN" dirty="0"/>
          </a:p>
        </p:txBody>
      </p:sp>
      <p:sp>
        <p:nvSpPr>
          <p:cNvPr id="6" name="TextBox 5">
            <a:extLst>
              <a:ext uri="{FF2B5EF4-FFF2-40B4-BE49-F238E27FC236}">
                <a16:creationId xmlns:a16="http://schemas.microsoft.com/office/drawing/2014/main" id="{2B862A68-2A23-AC49-659F-D866957E0C4D}"/>
              </a:ext>
            </a:extLst>
          </p:cNvPr>
          <p:cNvSpPr txBox="1"/>
          <p:nvPr/>
        </p:nvSpPr>
        <p:spPr>
          <a:xfrm>
            <a:off x="838200" y="2055813"/>
            <a:ext cx="10272252" cy="3000819"/>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hangingPunct="0"/>
            <a:r>
              <a:rPr lang="en-US" sz="2100" dirty="0">
                <a:latin typeface="Times New Roman" panose="02020603050405020304" pitchFamily="18" charset="0"/>
                <a:cs typeface="Times New Roman" panose="02020603050405020304" pitchFamily="18" charset="0"/>
              </a:rPr>
              <a:t>This project presents a smart multi-floor parking management system designed to automate vehicle monitoring and enhance safety in commercial parking areas. The system consists of six parking slots distributed across two floors, each equipped with dual IR sensors for accurate vehicle detection. Entry and exit points use additional IR sensors to control a motorized gate based on slot availability. Air quality and safety are ensured through MQ-135 and MQ-2 gas sensors installed on each floor, with a buzzer alert activated during hazardous gas levels. An Arduino Mega 2560 processes all sensor inputs and updates a 20×4 LCD display in real time. The system improves efficiency, reduces human intervention, and enhances safety in modern parking infrastructures.</a:t>
            </a:r>
            <a:endParaRPr kumimoji="0" lang="en-IN" sz="21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Arial" panose="020B0604020202020204"/>
            </a:endParaRPr>
          </a:p>
        </p:txBody>
      </p:sp>
    </p:spTree>
    <p:extLst>
      <p:ext uri="{BB962C8B-B14F-4D97-AF65-F5344CB8AC3E}">
        <p14:creationId xmlns:p14="http://schemas.microsoft.com/office/powerpoint/2010/main" val="2409218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453D8-4E7D-B834-D5B9-CC49137FF29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3D48E2F-6E25-2D1B-560D-F57E0606D768}"/>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E59525FF-3061-10D4-F668-A942B9E8E1AB}"/>
              </a:ext>
            </a:extLst>
          </p:cNvPr>
          <p:cNvPicPr>
            <a:picLocks noChangeAspect="1"/>
          </p:cNvPicPr>
          <p:nvPr/>
        </p:nvPicPr>
        <p:blipFill>
          <a:blip r:embed="rId2"/>
          <a:stretch>
            <a:fillRect/>
          </a:stretch>
        </p:blipFill>
        <p:spPr>
          <a:xfrm>
            <a:off x="0" y="0"/>
            <a:ext cx="12192000" cy="6857999"/>
          </a:xfrm>
          <a:prstGeom prst="rect">
            <a:avLst/>
          </a:prstGeom>
        </p:spPr>
      </p:pic>
      <p:sp>
        <p:nvSpPr>
          <p:cNvPr id="5" name="TextBox 4">
            <a:extLst>
              <a:ext uri="{FF2B5EF4-FFF2-40B4-BE49-F238E27FC236}">
                <a16:creationId xmlns:a16="http://schemas.microsoft.com/office/drawing/2014/main" id="{2D0D065F-F7E0-D9E3-8504-CC9592572895}"/>
              </a:ext>
            </a:extLst>
          </p:cNvPr>
          <p:cNvSpPr txBox="1"/>
          <p:nvPr/>
        </p:nvSpPr>
        <p:spPr>
          <a:xfrm>
            <a:off x="4183626" y="735518"/>
            <a:ext cx="3824748"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Problem Statement</a:t>
            </a:r>
          </a:p>
        </p:txBody>
      </p:sp>
      <p:sp>
        <p:nvSpPr>
          <p:cNvPr id="6" name="TextBox 5">
            <a:extLst>
              <a:ext uri="{FF2B5EF4-FFF2-40B4-BE49-F238E27FC236}">
                <a16:creationId xmlns:a16="http://schemas.microsoft.com/office/drawing/2014/main" id="{8B9CC796-C8D2-9C3E-EDD0-E49AC27F3CE0}"/>
              </a:ext>
            </a:extLst>
          </p:cNvPr>
          <p:cNvSpPr txBox="1"/>
          <p:nvPr/>
        </p:nvSpPr>
        <p:spPr>
          <a:xfrm>
            <a:off x="838200" y="2413336"/>
            <a:ext cx="10515600" cy="2031325"/>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Modern commercial parking areas, such as malls and multiplexes, often face issues like inefficient space utilization, traffic congestion at entry and exit points, and difficulty in monitoring slot availability. Manual parking management leads to delays, miscommunication, and inconvenience for users. There is a need for an automated system that can accurately detect vehicle presence, manage gate operations, monitor air quality, and display real-time parking status.</a:t>
            </a:r>
          </a:p>
        </p:txBody>
      </p:sp>
    </p:spTree>
    <p:extLst>
      <p:ext uri="{BB962C8B-B14F-4D97-AF65-F5344CB8AC3E}">
        <p14:creationId xmlns:p14="http://schemas.microsoft.com/office/powerpoint/2010/main" val="1751029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C3B1B-3887-58E2-5832-5F251AFBB2E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CF5830A0-FF6E-051C-1FF6-EE0D0271FFAD}"/>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A8627E96-FC01-98F6-423E-1E29E93A943E}"/>
              </a:ext>
            </a:extLst>
          </p:cNvPr>
          <p:cNvPicPr>
            <a:picLocks noChangeAspect="1"/>
          </p:cNvPicPr>
          <p:nvPr/>
        </p:nvPicPr>
        <p:blipFill>
          <a:blip r:embed="rId2"/>
          <a:stretch>
            <a:fillRect/>
          </a:stretch>
        </p:blipFill>
        <p:spPr>
          <a:xfrm>
            <a:off x="0" y="7114"/>
            <a:ext cx="12192000" cy="6857999"/>
          </a:xfrm>
          <a:prstGeom prst="rect">
            <a:avLst/>
          </a:prstGeom>
        </p:spPr>
      </p:pic>
      <p:sp>
        <p:nvSpPr>
          <p:cNvPr id="5" name="TextBox 4">
            <a:extLst>
              <a:ext uri="{FF2B5EF4-FFF2-40B4-BE49-F238E27FC236}">
                <a16:creationId xmlns:a16="http://schemas.microsoft.com/office/drawing/2014/main" id="{1A0BD7CF-FE09-CAD4-8CC3-36E562FDEDDF}"/>
              </a:ext>
            </a:extLst>
          </p:cNvPr>
          <p:cNvSpPr txBox="1"/>
          <p:nvPr/>
        </p:nvSpPr>
        <p:spPr>
          <a:xfrm>
            <a:off x="4831391" y="720130"/>
            <a:ext cx="2529218" cy="61555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60959" tIns="60959" rIns="60959" bIns="60959" numCol="1" spcCol="38100" rtlCol="0" anchor="t">
            <a:spAutoFit/>
          </a:bodyPr>
          <a:lstStyle/>
          <a:p>
            <a:pPr defTabSz="1219170" hangingPunct="0"/>
            <a:r>
              <a:rPr lang="en-US" sz="3200" dirty="0">
                <a:latin typeface="Times New Roman" panose="02020603050405020304" pitchFamily="18" charset="0"/>
                <a:cs typeface="Times New Roman" panose="02020603050405020304" pitchFamily="18" charset="0"/>
              </a:rPr>
              <a:t>Methodology</a:t>
            </a:r>
            <a:endParaRPr lang="en-IN" sz="3200" b="1" dirty="0">
              <a:solidFill>
                <a:srgbClr val="000000"/>
              </a:solidFill>
              <a:latin typeface="Times New Roman" panose="02020603050405020304" pitchFamily="18" charset="0"/>
              <a:cs typeface="Times New Roman" panose="02020603050405020304" pitchFamily="18" charset="0"/>
              <a:sym typeface="Arial" panose="020B0604020202020204"/>
            </a:endParaRPr>
          </a:p>
        </p:txBody>
      </p:sp>
      <p:sp>
        <p:nvSpPr>
          <p:cNvPr id="10" name="Rectangle 1">
            <a:extLst>
              <a:ext uri="{FF2B5EF4-FFF2-40B4-BE49-F238E27FC236}">
                <a16:creationId xmlns:a16="http://schemas.microsoft.com/office/drawing/2014/main" id="{E4D55FC2-CAD8-927C-4F2C-62BF1CC5D1C2}"/>
              </a:ext>
            </a:extLst>
          </p:cNvPr>
          <p:cNvSpPr>
            <a:spLocks noChangeArrowheads="1"/>
          </p:cNvSpPr>
          <p:nvPr/>
        </p:nvSpPr>
        <p:spPr bwMode="auto">
          <a:xfrm>
            <a:off x="2863851" y="13539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endParaRPr lang="en-IN" sz="2400" dirty="0"/>
          </a:p>
        </p:txBody>
      </p:sp>
      <p:sp>
        <p:nvSpPr>
          <p:cNvPr id="7" name="TextBox 6">
            <a:extLst>
              <a:ext uri="{FF2B5EF4-FFF2-40B4-BE49-F238E27FC236}">
                <a16:creationId xmlns:a16="http://schemas.microsoft.com/office/drawing/2014/main" id="{EA567D7F-07FB-4D45-2220-D2BF5569D036}"/>
              </a:ext>
            </a:extLst>
          </p:cNvPr>
          <p:cNvSpPr txBox="1"/>
          <p:nvPr/>
        </p:nvSpPr>
        <p:spPr>
          <a:xfrm>
            <a:off x="838200" y="2184663"/>
            <a:ext cx="10515600" cy="3000821"/>
          </a:xfrm>
          <a:prstGeom prst="rect">
            <a:avLst/>
          </a:prstGeom>
          <a:noFill/>
        </p:spPr>
        <p:txBody>
          <a:bodyPr wrap="square" rtlCol="0">
            <a:spAutoFit/>
          </a:bodyPr>
          <a:lstStyle/>
          <a:p>
            <a:r>
              <a:rPr lang="en-US" sz="2100" dirty="0">
                <a:latin typeface="Times New Roman" panose="02020603050405020304" pitchFamily="18" charset="0"/>
                <a:cs typeface="Times New Roman" panose="02020603050405020304" pitchFamily="18" charset="0"/>
              </a:rPr>
              <a:t>The system is developed using a structured methodology beginning with the identification of parking challenges and safety concerns in multi-floor environments. The hardware setup includes installing dual IR sensors in each parking slot for accurate vehicle detection and additional IR sensors at entry and exit points for gate automation. MQ-135 and MQ-2 sensors are placed on each floor to continuously monitor air quality and detect hazardous gases. All sensor outputs are interfaced with an Arduino Mega 2560, which processes the data and updates a 20×4 LCD display in real time. The system activates a buzzer during unsafe gas levels and operates the gate based on slot availability. The complete setup is tested and calibrated for reliability and accuracy.</a:t>
            </a:r>
          </a:p>
        </p:txBody>
      </p:sp>
    </p:spTree>
    <p:extLst>
      <p:ext uri="{BB962C8B-B14F-4D97-AF65-F5344CB8AC3E}">
        <p14:creationId xmlns:p14="http://schemas.microsoft.com/office/powerpoint/2010/main" val="3060448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055B4-9B3E-CCAC-FA7F-8996C90D0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3D725-F929-C88C-AD4E-EC1C58656871}"/>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F3D46EE-861E-BA3B-1AD2-8D81B58D6377}"/>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F41A3696-8ED0-7A6F-6AFA-3AE47C5D32FC}"/>
              </a:ext>
            </a:extLst>
          </p:cNvPr>
          <p:cNvPicPr>
            <a:picLocks noChangeAspect="1"/>
          </p:cNvPicPr>
          <p:nvPr/>
        </p:nvPicPr>
        <p:blipFill>
          <a:blip r:embed="rId2"/>
          <a:stretch>
            <a:fillRect/>
          </a:stretch>
        </p:blipFill>
        <p:spPr>
          <a:xfrm>
            <a:off x="0" y="7114"/>
            <a:ext cx="12192000" cy="6857999"/>
          </a:xfrm>
          <a:prstGeom prst="rect">
            <a:avLst/>
          </a:prstGeom>
        </p:spPr>
      </p:pic>
      <p:sp>
        <p:nvSpPr>
          <p:cNvPr id="10" name="Rectangle 1">
            <a:extLst>
              <a:ext uri="{FF2B5EF4-FFF2-40B4-BE49-F238E27FC236}">
                <a16:creationId xmlns:a16="http://schemas.microsoft.com/office/drawing/2014/main" id="{626B932A-E971-84D5-2C38-AFA6EEFE342D}"/>
              </a:ext>
            </a:extLst>
          </p:cNvPr>
          <p:cNvSpPr>
            <a:spLocks noChangeArrowheads="1"/>
          </p:cNvSpPr>
          <p:nvPr/>
        </p:nvSpPr>
        <p:spPr bwMode="auto">
          <a:xfrm>
            <a:off x="2863851" y="13539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endParaRPr lang="en-IN" sz="2400" dirty="0"/>
          </a:p>
        </p:txBody>
      </p:sp>
      <p:sp>
        <p:nvSpPr>
          <p:cNvPr id="7" name="TextBox 6">
            <a:extLst>
              <a:ext uri="{FF2B5EF4-FFF2-40B4-BE49-F238E27FC236}">
                <a16:creationId xmlns:a16="http://schemas.microsoft.com/office/drawing/2014/main" id="{FE6011F0-3DAF-3807-65D0-51D61227FBD3}"/>
              </a:ext>
            </a:extLst>
          </p:cNvPr>
          <p:cNvSpPr txBox="1"/>
          <p:nvPr/>
        </p:nvSpPr>
        <p:spPr>
          <a:xfrm>
            <a:off x="838200" y="1600201"/>
            <a:ext cx="10515600" cy="4308872"/>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Advantages:</a:t>
            </a:r>
          </a:p>
          <a:p>
            <a:endParaRPr lang="en-US" sz="32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Fully automated parking management</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Reduces human effort and errors</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Real-time monitoring of slot availability</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Improved safety with gas detection</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Faster vehicle movement at entry and exit</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Efficient utilization of parking space</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Scalable for commercial buildings and malls</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Low maintenance and cost-effective hardware</a:t>
            </a:r>
          </a:p>
          <a:p>
            <a:pPr marL="342900" indent="-342900">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User convenience through immediate visual feedback</a:t>
            </a: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61726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B01E9-427A-5643-D020-BADA8DF89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3EE8A-C3F2-4184-9B12-55ACBAF7DB5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203DCBD-28DA-F7F9-5F66-B67AB03F08AA}"/>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6B7DCD44-3462-C697-E9EB-401D8C51F6FE}"/>
              </a:ext>
            </a:extLst>
          </p:cNvPr>
          <p:cNvPicPr>
            <a:picLocks noChangeAspect="1"/>
          </p:cNvPicPr>
          <p:nvPr/>
        </p:nvPicPr>
        <p:blipFill>
          <a:blip r:embed="rId2"/>
          <a:stretch>
            <a:fillRect/>
          </a:stretch>
        </p:blipFill>
        <p:spPr>
          <a:xfrm>
            <a:off x="0" y="7114"/>
            <a:ext cx="12192000" cy="6857999"/>
          </a:xfrm>
          <a:prstGeom prst="rect">
            <a:avLst/>
          </a:prstGeom>
        </p:spPr>
      </p:pic>
      <p:sp>
        <p:nvSpPr>
          <p:cNvPr id="10" name="Rectangle 1">
            <a:extLst>
              <a:ext uri="{FF2B5EF4-FFF2-40B4-BE49-F238E27FC236}">
                <a16:creationId xmlns:a16="http://schemas.microsoft.com/office/drawing/2014/main" id="{8524298B-E54E-76DD-9B28-B35DCABE0B4B}"/>
              </a:ext>
            </a:extLst>
          </p:cNvPr>
          <p:cNvSpPr>
            <a:spLocks noChangeArrowheads="1"/>
          </p:cNvSpPr>
          <p:nvPr/>
        </p:nvSpPr>
        <p:spPr bwMode="auto">
          <a:xfrm>
            <a:off x="2863851" y="13539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endParaRPr lang="en-IN" sz="2400" dirty="0"/>
          </a:p>
        </p:txBody>
      </p:sp>
      <p:sp>
        <p:nvSpPr>
          <p:cNvPr id="7" name="TextBox 6">
            <a:extLst>
              <a:ext uri="{FF2B5EF4-FFF2-40B4-BE49-F238E27FC236}">
                <a16:creationId xmlns:a16="http://schemas.microsoft.com/office/drawing/2014/main" id="{24EE6CF9-F1E4-D12D-E00C-457F8600789A}"/>
              </a:ext>
            </a:extLst>
          </p:cNvPr>
          <p:cNvSpPr txBox="1"/>
          <p:nvPr/>
        </p:nvSpPr>
        <p:spPr>
          <a:xfrm>
            <a:off x="838200" y="1600201"/>
            <a:ext cx="10515600" cy="1877437"/>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Disadvantages</a:t>
            </a:r>
            <a:r>
              <a:rPr lang="en-US" sz="2100" dirty="0">
                <a:latin typeface="Times New Roman" panose="02020603050405020304" pitchFamily="18" charset="0"/>
                <a:cs typeface="Times New Roman" panose="02020603050405020304" pitchFamily="18" charset="0"/>
              </a:rPr>
              <a:t>:</a:t>
            </a:r>
          </a:p>
          <a:p>
            <a:endParaRPr lang="en-US" sz="21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Wingdings" panose="05000000000000000000" pitchFamily="2" charset="2"/>
              <a:buChar char="Ø"/>
            </a:pPr>
            <a:r>
              <a:rPr lang="en-US" altLang="en-US" sz="2100" dirty="0">
                <a:latin typeface="Times New Roman" panose="02020603050405020304" pitchFamily="18" charset="0"/>
                <a:cs typeface="Times New Roman" panose="02020603050405020304" pitchFamily="18" charset="0"/>
              </a:rPr>
              <a:t>IR sensors may malfunction in extreme lighting or dusty conditions</a:t>
            </a:r>
          </a:p>
          <a:p>
            <a:pPr marL="457200" lvl="0" indent="-457200" eaLnBrk="0" fontAlgn="base" hangingPunct="0">
              <a:spcBef>
                <a:spcPct val="0"/>
              </a:spcBef>
              <a:spcAft>
                <a:spcPct val="0"/>
              </a:spcAft>
              <a:buFont typeface="Wingdings" panose="05000000000000000000" pitchFamily="2" charset="2"/>
              <a:buChar char="Ø"/>
            </a:pPr>
            <a:r>
              <a:rPr lang="en-US" altLang="en-US" sz="2100" dirty="0">
                <a:latin typeface="Times New Roman" panose="02020603050405020304" pitchFamily="18" charset="0"/>
                <a:cs typeface="Times New Roman" panose="02020603050405020304" pitchFamily="18" charset="0"/>
              </a:rPr>
              <a:t>Gas sensors require periodic calibration</a:t>
            </a:r>
          </a:p>
          <a:p>
            <a:pPr marL="457200" lvl="0" indent="-457200" eaLnBrk="0" fontAlgn="base" hangingPunct="0">
              <a:spcBef>
                <a:spcPct val="0"/>
              </a:spcBef>
              <a:spcAft>
                <a:spcPct val="0"/>
              </a:spcAft>
              <a:buFont typeface="Wingdings" panose="05000000000000000000" pitchFamily="2" charset="2"/>
              <a:buChar char="Ø"/>
            </a:pPr>
            <a:r>
              <a:rPr lang="en-US" altLang="en-US" sz="2100" dirty="0">
                <a:latin typeface="Times New Roman" panose="02020603050405020304" pitchFamily="18" charset="0"/>
                <a:cs typeface="Times New Roman" panose="02020603050405020304" pitchFamily="18" charset="0"/>
              </a:rPr>
              <a:t>System depends on continuous power supply</a:t>
            </a:r>
          </a:p>
        </p:txBody>
      </p:sp>
    </p:spTree>
    <p:extLst>
      <p:ext uri="{BB962C8B-B14F-4D97-AF65-F5344CB8AC3E}">
        <p14:creationId xmlns:p14="http://schemas.microsoft.com/office/powerpoint/2010/main" val="2759142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35D5-A472-0B1D-1F5C-7DC7F5068A1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204A60D-BA70-3D11-E739-8ADC18BBD0B7}"/>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C020F279-E903-BB0C-EFB2-4FB57323A33B}"/>
              </a:ext>
            </a:extLst>
          </p:cNvPr>
          <p:cNvPicPr>
            <a:picLocks noChangeAspect="1"/>
          </p:cNvPicPr>
          <p:nvPr/>
        </p:nvPicPr>
        <p:blipFill>
          <a:blip r:embed="rId2"/>
          <a:stretch>
            <a:fillRect/>
          </a:stretch>
        </p:blipFill>
        <p:spPr>
          <a:xfrm>
            <a:off x="0" y="1"/>
            <a:ext cx="12192000" cy="6857999"/>
          </a:xfrm>
          <a:prstGeom prst="rect">
            <a:avLst/>
          </a:prstGeom>
        </p:spPr>
      </p:pic>
      <p:sp>
        <p:nvSpPr>
          <p:cNvPr id="7" name="TextBox 6">
            <a:extLst>
              <a:ext uri="{FF2B5EF4-FFF2-40B4-BE49-F238E27FC236}">
                <a16:creationId xmlns:a16="http://schemas.microsoft.com/office/drawing/2014/main" id="{EE3BC60C-87A3-F985-46CE-180D3FC6F1A4}"/>
              </a:ext>
            </a:extLst>
          </p:cNvPr>
          <p:cNvSpPr txBox="1"/>
          <p:nvPr/>
        </p:nvSpPr>
        <p:spPr>
          <a:xfrm>
            <a:off x="4672781" y="443131"/>
            <a:ext cx="3972232"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Flow Chart</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A79047F-0330-E5D3-199E-CCA79B6FD8B4}"/>
              </a:ext>
            </a:extLst>
          </p:cNvPr>
          <p:cNvSpPr txBox="1"/>
          <p:nvPr/>
        </p:nvSpPr>
        <p:spPr>
          <a:xfrm>
            <a:off x="1052555" y="2704493"/>
            <a:ext cx="2092037" cy="646331"/>
          </a:xfrm>
          <a:prstGeom prst="rect">
            <a:avLst/>
          </a:prstGeom>
          <a:noFill/>
          <a:ln w="28575">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Start</a:t>
            </a:r>
          </a:p>
          <a:p>
            <a:pPr algn="ctr"/>
            <a:r>
              <a:rPr lang="en-US" dirty="0">
                <a:latin typeface="Times New Roman" panose="02020603050405020304" pitchFamily="18" charset="0"/>
                <a:cs typeface="Times New Roman" panose="02020603050405020304" pitchFamily="18" charset="0"/>
              </a:rPr>
              <a:t>(Power ON)</a:t>
            </a:r>
          </a:p>
        </p:txBody>
      </p:sp>
      <p:sp>
        <p:nvSpPr>
          <p:cNvPr id="13" name="Arrow: Down 12">
            <a:extLst>
              <a:ext uri="{FF2B5EF4-FFF2-40B4-BE49-F238E27FC236}">
                <a16:creationId xmlns:a16="http://schemas.microsoft.com/office/drawing/2014/main" id="{2FC7962C-87A0-096E-E137-6B044E615AA7}"/>
              </a:ext>
            </a:extLst>
          </p:cNvPr>
          <p:cNvSpPr/>
          <p:nvPr/>
        </p:nvSpPr>
        <p:spPr>
          <a:xfrm>
            <a:off x="1956005" y="3492831"/>
            <a:ext cx="285135" cy="369332"/>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9" name="TextBox 8">
            <a:extLst>
              <a:ext uri="{FF2B5EF4-FFF2-40B4-BE49-F238E27FC236}">
                <a16:creationId xmlns:a16="http://schemas.microsoft.com/office/drawing/2014/main" id="{60DFCE73-6587-7915-523C-E3989FEE6C08}"/>
              </a:ext>
            </a:extLst>
          </p:cNvPr>
          <p:cNvSpPr txBox="1"/>
          <p:nvPr/>
        </p:nvSpPr>
        <p:spPr>
          <a:xfrm>
            <a:off x="1052555" y="3999522"/>
            <a:ext cx="2092037" cy="646331"/>
          </a:xfrm>
          <a:prstGeom prst="rect">
            <a:avLst/>
          </a:prstGeom>
          <a:noFill/>
          <a:ln w="28575">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Read IR Sensors     (Slots, Entry, Exit) </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2F9385A9-CE4D-ADCD-292B-5523BE705D77}"/>
              </a:ext>
            </a:extLst>
          </p:cNvPr>
          <p:cNvSpPr txBox="1"/>
          <p:nvPr/>
        </p:nvSpPr>
        <p:spPr>
          <a:xfrm>
            <a:off x="4856830" y="4765078"/>
            <a:ext cx="2179698" cy="646331"/>
          </a:xfrm>
          <a:prstGeom prst="rect">
            <a:avLst/>
          </a:prstGeom>
          <a:noFill/>
          <a:ln w="28575">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Read Gas Sensors (MQ-135, MQ-2)</a:t>
            </a:r>
            <a:endParaRPr lang="en-IN"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28EEB559-3140-F4F2-F38F-0891207176FC}"/>
              </a:ext>
            </a:extLst>
          </p:cNvPr>
          <p:cNvSpPr txBox="1"/>
          <p:nvPr/>
        </p:nvSpPr>
        <p:spPr>
          <a:xfrm>
            <a:off x="4856830" y="3322118"/>
            <a:ext cx="2179699" cy="646331"/>
          </a:xfrm>
          <a:prstGeom prst="rect">
            <a:avLst/>
          </a:prstGeom>
          <a:noFill/>
          <a:ln w="28575">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Process Data in Arduino Mega</a:t>
            </a:r>
            <a:endParaRPr lang="en-IN"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1861547D-6956-A3AA-61E2-62FB26221304}"/>
              </a:ext>
            </a:extLst>
          </p:cNvPr>
          <p:cNvSpPr txBox="1"/>
          <p:nvPr/>
        </p:nvSpPr>
        <p:spPr>
          <a:xfrm>
            <a:off x="4856830" y="1786844"/>
            <a:ext cx="2179702" cy="646331"/>
          </a:xfrm>
          <a:prstGeom prst="rect">
            <a:avLst/>
          </a:prstGeom>
          <a:noFill/>
          <a:ln w="28575">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 Update LCD (Display Slot Status)</a:t>
            </a:r>
            <a:endParaRPr lang="en-IN"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CD31A5FC-CA09-308C-E9B9-9C23DF90DD94}"/>
              </a:ext>
            </a:extLst>
          </p:cNvPr>
          <p:cNvSpPr txBox="1"/>
          <p:nvPr/>
        </p:nvSpPr>
        <p:spPr>
          <a:xfrm>
            <a:off x="8748784" y="2702126"/>
            <a:ext cx="2179699" cy="646331"/>
          </a:xfrm>
          <a:prstGeom prst="rect">
            <a:avLst/>
          </a:prstGeom>
          <a:noFill/>
          <a:ln w="28575">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Control Gate Motor(Open/Close)</a:t>
            </a:r>
            <a:endParaRPr lang="en-IN"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6B261891-0398-467D-EAC0-9C097C59073A}"/>
              </a:ext>
            </a:extLst>
          </p:cNvPr>
          <p:cNvSpPr txBox="1"/>
          <p:nvPr/>
        </p:nvSpPr>
        <p:spPr>
          <a:xfrm>
            <a:off x="8748781" y="3999522"/>
            <a:ext cx="2179702" cy="646331"/>
          </a:xfrm>
          <a:prstGeom prst="rect">
            <a:avLst/>
          </a:prstGeom>
          <a:noFill/>
          <a:ln w="28575">
            <a:solidFill>
              <a:schemeClr val="tx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End</a:t>
            </a:r>
          </a:p>
          <a:p>
            <a:pPr algn="ctr"/>
            <a:r>
              <a:rPr lang="en-US" dirty="0">
                <a:latin typeface="Times New Roman" panose="02020603050405020304" pitchFamily="18" charset="0"/>
                <a:cs typeface="Times New Roman" panose="02020603050405020304" pitchFamily="18" charset="0"/>
              </a:rPr>
              <a:t>(Repeat the process)</a:t>
            </a:r>
            <a:endParaRPr lang="en-IN" dirty="0">
              <a:latin typeface="Times New Roman" panose="02020603050405020304" pitchFamily="18" charset="0"/>
              <a:cs typeface="Times New Roman" panose="02020603050405020304" pitchFamily="18" charset="0"/>
            </a:endParaRPr>
          </a:p>
        </p:txBody>
      </p:sp>
      <p:sp>
        <p:nvSpPr>
          <p:cNvPr id="24" name="Arrow: Down 23">
            <a:extLst>
              <a:ext uri="{FF2B5EF4-FFF2-40B4-BE49-F238E27FC236}">
                <a16:creationId xmlns:a16="http://schemas.microsoft.com/office/drawing/2014/main" id="{F6D9C4B3-908A-1897-7F9F-BC33206A5466}"/>
              </a:ext>
            </a:extLst>
          </p:cNvPr>
          <p:cNvSpPr/>
          <p:nvPr/>
        </p:nvSpPr>
        <p:spPr>
          <a:xfrm rot="10800000">
            <a:off x="5804114" y="2692980"/>
            <a:ext cx="285135" cy="369332"/>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5" name="Arrow: Down 24">
            <a:extLst>
              <a:ext uri="{FF2B5EF4-FFF2-40B4-BE49-F238E27FC236}">
                <a16:creationId xmlns:a16="http://schemas.microsoft.com/office/drawing/2014/main" id="{EAC32851-AA42-4A3C-9EB6-3ED34613E3BD}"/>
              </a:ext>
            </a:extLst>
          </p:cNvPr>
          <p:cNvSpPr/>
          <p:nvPr/>
        </p:nvSpPr>
        <p:spPr>
          <a:xfrm rot="10800000">
            <a:off x="5804114" y="4228255"/>
            <a:ext cx="285135" cy="369332"/>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6" name="Arrow: Down 25">
            <a:extLst>
              <a:ext uri="{FF2B5EF4-FFF2-40B4-BE49-F238E27FC236}">
                <a16:creationId xmlns:a16="http://schemas.microsoft.com/office/drawing/2014/main" id="{E1E0B8E9-EE9B-4D5C-B755-B9AC95E6BC10}"/>
              </a:ext>
            </a:extLst>
          </p:cNvPr>
          <p:cNvSpPr/>
          <p:nvPr/>
        </p:nvSpPr>
        <p:spPr>
          <a:xfrm>
            <a:off x="9696064" y="3492831"/>
            <a:ext cx="285135" cy="369332"/>
          </a:xfrm>
          <a:prstGeom prst="down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30" name="Arrow: Bent-Up 29">
            <a:extLst>
              <a:ext uri="{FF2B5EF4-FFF2-40B4-BE49-F238E27FC236}">
                <a16:creationId xmlns:a16="http://schemas.microsoft.com/office/drawing/2014/main" id="{EFCA3B67-AC50-B656-762F-4AA5B106357E}"/>
              </a:ext>
            </a:extLst>
          </p:cNvPr>
          <p:cNvSpPr/>
          <p:nvPr/>
        </p:nvSpPr>
        <p:spPr>
          <a:xfrm rot="5400000">
            <a:off x="2864570" y="3873658"/>
            <a:ext cx="646330" cy="2429171"/>
          </a:xfrm>
          <a:prstGeom prst="bentUpArrow">
            <a:avLst>
              <a:gd name="adj1" fmla="val 23541"/>
              <a:gd name="adj2" fmla="val 25000"/>
              <a:gd name="adj3"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Arrow: Bent-Up 34">
            <a:extLst>
              <a:ext uri="{FF2B5EF4-FFF2-40B4-BE49-F238E27FC236}">
                <a16:creationId xmlns:a16="http://schemas.microsoft.com/office/drawing/2014/main" id="{E2670998-5A1B-2990-8723-712DCA671CF5}"/>
              </a:ext>
            </a:extLst>
          </p:cNvPr>
          <p:cNvSpPr/>
          <p:nvPr/>
        </p:nvSpPr>
        <p:spPr>
          <a:xfrm rot="10800000" flipH="1">
            <a:off x="7429028" y="2021089"/>
            <a:ext cx="2552171" cy="660360"/>
          </a:xfrm>
          <a:prstGeom prst="bentUpArrow">
            <a:avLst>
              <a:gd name="adj1" fmla="val 23541"/>
              <a:gd name="adj2" fmla="val 25000"/>
              <a:gd name="adj3" fmla="val 3055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97659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87D6E-0BC3-A84E-B990-0AA31A465E47}"/>
              </a:ext>
            </a:extLst>
          </p:cNvPr>
          <p:cNvSpPr>
            <a:spLocks noGrp="1"/>
          </p:cNvSpPr>
          <p:nvPr>
            <p:ph type="title"/>
          </p:nvPr>
        </p:nvSpPr>
        <p:spPr/>
        <p:txBody>
          <a:bodyPr/>
          <a:lstStyle/>
          <a:p>
            <a:endParaRPr lang="en-IN">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FE2B940-1B06-C301-DF00-0332AA76D482}"/>
              </a:ext>
            </a:extLst>
          </p:cNvPr>
          <p:cNvPicPr>
            <a:picLocks noChangeAspect="1"/>
          </p:cNvPicPr>
          <p:nvPr/>
        </p:nvPicPr>
        <p:blipFill>
          <a:blip r:embed="rId2"/>
          <a:stretch>
            <a:fillRect/>
          </a:stretch>
        </p:blipFill>
        <p:spPr>
          <a:xfrm>
            <a:off x="0" y="1"/>
            <a:ext cx="12192000" cy="6857999"/>
          </a:xfrm>
          <a:prstGeom prst="rect">
            <a:avLst/>
          </a:prstGeom>
        </p:spPr>
      </p:pic>
      <p:sp>
        <p:nvSpPr>
          <p:cNvPr id="6" name="TextBox 5">
            <a:extLst>
              <a:ext uri="{FF2B5EF4-FFF2-40B4-BE49-F238E27FC236}">
                <a16:creationId xmlns:a16="http://schemas.microsoft.com/office/drawing/2014/main" id="{B2FFB9F4-0E6F-E9F3-FF46-4829E12C6E38}"/>
              </a:ext>
            </a:extLst>
          </p:cNvPr>
          <p:cNvSpPr txBox="1"/>
          <p:nvPr/>
        </p:nvSpPr>
        <p:spPr>
          <a:xfrm>
            <a:off x="4729317" y="365125"/>
            <a:ext cx="3097161"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Block Diagram</a:t>
            </a:r>
          </a:p>
        </p:txBody>
      </p:sp>
      <p:sp>
        <p:nvSpPr>
          <p:cNvPr id="5" name="Rectangle 4">
            <a:extLst>
              <a:ext uri="{FF2B5EF4-FFF2-40B4-BE49-F238E27FC236}">
                <a16:creationId xmlns:a16="http://schemas.microsoft.com/office/drawing/2014/main" id="{1FCEDCF5-1448-8016-5094-2D9038749F24}"/>
              </a:ext>
            </a:extLst>
          </p:cNvPr>
          <p:cNvSpPr/>
          <p:nvPr/>
        </p:nvSpPr>
        <p:spPr>
          <a:xfrm>
            <a:off x="1540807" y="1581400"/>
            <a:ext cx="1574277"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IR Sensors at parking slots(12)</a:t>
            </a:r>
            <a:endParaRPr lang="en-IN"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55ED433-466D-EFF3-D1C3-0E2E35234CD2}"/>
              </a:ext>
            </a:extLst>
          </p:cNvPr>
          <p:cNvSpPr/>
          <p:nvPr/>
        </p:nvSpPr>
        <p:spPr>
          <a:xfrm>
            <a:off x="3968892" y="1581400"/>
            <a:ext cx="1574277"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Entry &amp; Exit</a:t>
            </a:r>
          </a:p>
          <a:p>
            <a:pPr algn="ctr"/>
            <a:r>
              <a:rPr lang="en-US" dirty="0">
                <a:latin typeface="Times New Roman" panose="02020603050405020304" pitchFamily="18" charset="0"/>
                <a:cs typeface="Times New Roman" panose="02020603050405020304" pitchFamily="18" charset="0"/>
              </a:rPr>
              <a:t>IR Sensor</a:t>
            </a:r>
            <a:endParaRPr lang="en-IN"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FB9302BA-5F22-FFD4-B7D4-4C37F0DE6066}"/>
              </a:ext>
            </a:extLst>
          </p:cNvPr>
          <p:cNvSpPr/>
          <p:nvPr/>
        </p:nvSpPr>
        <p:spPr>
          <a:xfrm>
            <a:off x="6396977" y="1581400"/>
            <a:ext cx="1574277"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MQ-135 &amp; MQ-2 in Ground Floor</a:t>
            </a:r>
            <a:endParaRPr lang="en-IN" dirty="0">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1F6E54D7-F101-E49B-E7C3-2394E8E668C4}"/>
              </a:ext>
            </a:extLst>
          </p:cNvPr>
          <p:cNvSpPr/>
          <p:nvPr/>
        </p:nvSpPr>
        <p:spPr>
          <a:xfrm>
            <a:off x="8825062" y="1581401"/>
            <a:ext cx="1574277"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MQ-135 &amp; MQ-2 in First Floor</a:t>
            </a:r>
            <a:endParaRPr lang="en-IN"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16FA0B2E-4C78-C425-4382-3E398CDA1BAA}"/>
              </a:ext>
            </a:extLst>
          </p:cNvPr>
          <p:cNvSpPr/>
          <p:nvPr/>
        </p:nvSpPr>
        <p:spPr>
          <a:xfrm>
            <a:off x="1540806" y="3325526"/>
            <a:ext cx="8858532"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Arduino Mega 2560</a:t>
            </a:r>
            <a:endParaRPr lang="en-IN"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6E2A41A7-CD2F-4B34-F918-DF23FF7FC5D9}"/>
              </a:ext>
            </a:extLst>
          </p:cNvPr>
          <p:cNvSpPr/>
          <p:nvPr/>
        </p:nvSpPr>
        <p:spPr>
          <a:xfrm>
            <a:off x="2839825" y="5035537"/>
            <a:ext cx="1574277"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Display</a:t>
            </a:r>
            <a:endParaRPr lang="en-IN" dirty="0">
              <a:latin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id="{FF0AD132-F67C-BAB4-0296-AB424BBA3460}"/>
              </a:ext>
            </a:extLst>
          </p:cNvPr>
          <p:cNvSpPr/>
          <p:nvPr/>
        </p:nvSpPr>
        <p:spPr>
          <a:xfrm>
            <a:off x="5182934" y="5035537"/>
            <a:ext cx="1574277"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Entry and Exit Gate</a:t>
            </a:r>
            <a:endParaRPr lang="en-IN"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26304EC7-080F-4FF3-04ED-62E8DD1B751C}"/>
              </a:ext>
            </a:extLst>
          </p:cNvPr>
          <p:cNvSpPr/>
          <p:nvPr/>
        </p:nvSpPr>
        <p:spPr>
          <a:xfrm>
            <a:off x="7526043" y="5022820"/>
            <a:ext cx="1574277" cy="948817"/>
          </a:xfrm>
          <a:prstGeom prst="rect">
            <a:avLst/>
          </a:prstGeom>
          <a:noFill/>
          <a:ln w="285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Buzzer</a:t>
            </a:r>
            <a:endParaRPr lang="en-IN" dirty="0">
              <a:latin typeface="Times New Roman" panose="02020603050405020304" pitchFamily="18" charset="0"/>
              <a:cs typeface="Times New Roman" panose="02020603050405020304" pitchFamily="18" charset="0"/>
            </a:endParaRPr>
          </a:p>
        </p:txBody>
      </p:sp>
      <p:sp>
        <p:nvSpPr>
          <p:cNvPr id="22" name="Arrow: Down 21">
            <a:extLst>
              <a:ext uri="{FF2B5EF4-FFF2-40B4-BE49-F238E27FC236}">
                <a16:creationId xmlns:a16="http://schemas.microsoft.com/office/drawing/2014/main" id="{5CDC7240-9320-5F62-F310-21291FEAE697}"/>
              </a:ext>
            </a:extLst>
          </p:cNvPr>
          <p:cNvSpPr/>
          <p:nvPr/>
        </p:nvSpPr>
        <p:spPr>
          <a:xfrm>
            <a:off x="2054567" y="2635640"/>
            <a:ext cx="546755" cy="584462"/>
          </a:xfrm>
          <a:prstGeom prst="downArrow">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3" name="Arrow: Down 22">
            <a:extLst>
              <a:ext uri="{FF2B5EF4-FFF2-40B4-BE49-F238E27FC236}">
                <a16:creationId xmlns:a16="http://schemas.microsoft.com/office/drawing/2014/main" id="{A1494767-C9A8-67F8-0065-B86640FD2557}"/>
              </a:ext>
            </a:extLst>
          </p:cNvPr>
          <p:cNvSpPr/>
          <p:nvPr/>
        </p:nvSpPr>
        <p:spPr>
          <a:xfrm>
            <a:off x="4482652" y="2635640"/>
            <a:ext cx="546755" cy="584462"/>
          </a:xfrm>
          <a:prstGeom prst="downArrow">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4" name="Arrow: Down 23">
            <a:extLst>
              <a:ext uri="{FF2B5EF4-FFF2-40B4-BE49-F238E27FC236}">
                <a16:creationId xmlns:a16="http://schemas.microsoft.com/office/drawing/2014/main" id="{58F6D05C-E545-6ADA-41C9-E3D61F249601}"/>
              </a:ext>
            </a:extLst>
          </p:cNvPr>
          <p:cNvSpPr/>
          <p:nvPr/>
        </p:nvSpPr>
        <p:spPr>
          <a:xfrm>
            <a:off x="6910737" y="2635640"/>
            <a:ext cx="546755" cy="584462"/>
          </a:xfrm>
          <a:prstGeom prst="downArrow">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5" name="Arrow: Down 24">
            <a:extLst>
              <a:ext uri="{FF2B5EF4-FFF2-40B4-BE49-F238E27FC236}">
                <a16:creationId xmlns:a16="http://schemas.microsoft.com/office/drawing/2014/main" id="{BF7A2CEA-9877-E0C1-A37C-E2D75A043E48}"/>
              </a:ext>
            </a:extLst>
          </p:cNvPr>
          <p:cNvSpPr/>
          <p:nvPr/>
        </p:nvSpPr>
        <p:spPr>
          <a:xfrm>
            <a:off x="9338822" y="2635640"/>
            <a:ext cx="546755" cy="584462"/>
          </a:xfrm>
          <a:prstGeom prst="downArrow">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6" name="Arrow: Down 25">
            <a:extLst>
              <a:ext uri="{FF2B5EF4-FFF2-40B4-BE49-F238E27FC236}">
                <a16:creationId xmlns:a16="http://schemas.microsoft.com/office/drawing/2014/main" id="{3092BAF0-69B8-CB35-FC66-F24FF16110CD}"/>
              </a:ext>
            </a:extLst>
          </p:cNvPr>
          <p:cNvSpPr/>
          <p:nvPr/>
        </p:nvSpPr>
        <p:spPr>
          <a:xfrm>
            <a:off x="3353585" y="4362709"/>
            <a:ext cx="546755" cy="584462"/>
          </a:xfrm>
          <a:prstGeom prst="downArrow">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7" name="Arrow: Down 26">
            <a:extLst>
              <a:ext uri="{FF2B5EF4-FFF2-40B4-BE49-F238E27FC236}">
                <a16:creationId xmlns:a16="http://schemas.microsoft.com/office/drawing/2014/main" id="{31C363FB-EEA2-39A4-B042-C55C39D32F9A}"/>
              </a:ext>
            </a:extLst>
          </p:cNvPr>
          <p:cNvSpPr/>
          <p:nvPr/>
        </p:nvSpPr>
        <p:spPr>
          <a:xfrm>
            <a:off x="5696694" y="4356350"/>
            <a:ext cx="546755" cy="584462"/>
          </a:xfrm>
          <a:prstGeom prst="downArrow">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8" name="Arrow: Down 27">
            <a:extLst>
              <a:ext uri="{FF2B5EF4-FFF2-40B4-BE49-F238E27FC236}">
                <a16:creationId xmlns:a16="http://schemas.microsoft.com/office/drawing/2014/main" id="{EE5C4176-D685-BD9F-7FC1-ECF1EE03A770}"/>
              </a:ext>
            </a:extLst>
          </p:cNvPr>
          <p:cNvSpPr/>
          <p:nvPr/>
        </p:nvSpPr>
        <p:spPr>
          <a:xfrm>
            <a:off x="8039803" y="4356350"/>
            <a:ext cx="546755" cy="584462"/>
          </a:xfrm>
          <a:prstGeom prst="downArrow">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2632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54EC9-F42B-119B-4A10-3B43B4B9C0C5}"/>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DAFDAF7-67C1-E080-4F8A-7E27F5953D19}"/>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B394095A-1D42-F4D3-865E-C54CE8759606}"/>
              </a:ext>
            </a:extLst>
          </p:cNvPr>
          <p:cNvPicPr>
            <a:picLocks noChangeAspect="1"/>
          </p:cNvPicPr>
          <p:nvPr/>
        </p:nvPicPr>
        <p:blipFill>
          <a:blip r:embed="rId2"/>
          <a:stretch>
            <a:fillRect/>
          </a:stretch>
        </p:blipFill>
        <p:spPr>
          <a:xfrm>
            <a:off x="0" y="7114"/>
            <a:ext cx="12192000" cy="6857999"/>
          </a:xfrm>
          <a:prstGeom prst="rect">
            <a:avLst/>
          </a:prstGeom>
        </p:spPr>
      </p:pic>
      <p:sp>
        <p:nvSpPr>
          <p:cNvPr id="5" name="TextBox 4">
            <a:extLst>
              <a:ext uri="{FF2B5EF4-FFF2-40B4-BE49-F238E27FC236}">
                <a16:creationId xmlns:a16="http://schemas.microsoft.com/office/drawing/2014/main" id="{D2863312-8D7A-402E-17E9-565C7DCBD13D}"/>
              </a:ext>
            </a:extLst>
          </p:cNvPr>
          <p:cNvSpPr txBox="1"/>
          <p:nvPr/>
        </p:nvSpPr>
        <p:spPr>
          <a:xfrm>
            <a:off x="4837470" y="388649"/>
            <a:ext cx="439502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Objectives</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071B3AD-8732-CF44-B9A3-F8292165B872}"/>
              </a:ext>
            </a:extLst>
          </p:cNvPr>
          <p:cNvSpPr txBox="1"/>
          <p:nvPr/>
        </p:nvSpPr>
        <p:spPr>
          <a:xfrm>
            <a:off x="609601" y="1115898"/>
            <a:ext cx="10515600" cy="5632311"/>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 design an automated multi-floor parking system</a:t>
            </a:r>
          </a:p>
          <a:p>
            <a:pPr algn="just"/>
            <a:r>
              <a:rPr lang="en-US" sz="2000" dirty="0">
                <a:latin typeface="Times New Roman" panose="02020603050405020304" pitchFamily="18" charset="0"/>
                <a:cs typeface="Times New Roman" panose="02020603050405020304" pitchFamily="18" charset="0"/>
              </a:rPr>
              <a:t>	Develop a system capable of monitoring and managing parking slots across two floors with 	minimal human intervention.</a:t>
            </a: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 detect vehicle presence accurately using IR sensors</a:t>
            </a:r>
          </a:p>
          <a:p>
            <a:pPr algn="just"/>
            <a:r>
              <a:rPr lang="en-US" sz="2000" dirty="0">
                <a:latin typeface="Times New Roman" panose="02020603050405020304" pitchFamily="18" charset="0"/>
                <a:cs typeface="Times New Roman" panose="02020603050405020304" pitchFamily="18" charset="0"/>
              </a:rPr>
              <a:t>	Use dual IR sensors for each slot and additional entry/exit sensors to ensure reliable vehicle 	detection and flow control.</a:t>
            </a: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 display real-time parking availability</a:t>
            </a:r>
          </a:p>
          <a:p>
            <a:pPr algn="just"/>
            <a:r>
              <a:rPr lang="en-US" sz="2000" dirty="0">
                <a:latin typeface="Times New Roman" panose="02020603050405020304" pitchFamily="18" charset="0"/>
                <a:cs typeface="Times New Roman" panose="02020603050405020304" pitchFamily="18" charset="0"/>
              </a:rPr>
              <a:t>	Show the occupancy status of all slots and remaining free spaces on a 20×4 LCD display.</a:t>
            </a: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 ensure safety through gas detection</a:t>
            </a:r>
          </a:p>
          <a:p>
            <a:pPr algn="just"/>
            <a:r>
              <a:rPr lang="en-US" sz="2000" dirty="0">
                <a:latin typeface="Times New Roman" panose="02020603050405020304" pitchFamily="18" charset="0"/>
                <a:cs typeface="Times New Roman" panose="02020603050405020304" pitchFamily="18" charset="0"/>
              </a:rPr>
              <a:t>	Integrate MQ-135 and MQ-2 sensors to continuously monitor air quality and detect 	hazardous gases inside the parking area.</a:t>
            </a: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 alert users during unsafe conditions</a:t>
            </a:r>
          </a:p>
          <a:p>
            <a:pPr algn="just"/>
            <a:r>
              <a:rPr lang="en-US" sz="2000" dirty="0">
                <a:latin typeface="Times New Roman" panose="02020603050405020304" pitchFamily="18" charset="0"/>
                <a:cs typeface="Times New Roman" panose="02020603050405020304" pitchFamily="18" charset="0"/>
              </a:rPr>
              <a:t>	Activate a buzzer and update the display when dangerous gas levels are detected.</a:t>
            </a: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 automate gate operation</a:t>
            </a:r>
          </a:p>
          <a:p>
            <a:pPr algn="just"/>
            <a:r>
              <a:rPr lang="en-US" sz="2000" dirty="0">
                <a:latin typeface="Times New Roman" panose="02020603050405020304" pitchFamily="18" charset="0"/>
                <a:cs typeface="Times New Roman" panose="02020603050405020304" pitchFamily="18" charset="0"/>
              </a:rPr>
              <a:t>	Use motor-based gate control that opens and closes automatically based on sensor input and 	parking availability.</a:t>
            </a: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To create an efficient and user-friendly parking experience</a:t>
            </a:r>
          </a:p>
          <a:p>
            <a:pPr algn="just"/>
            <a:r>
              <a:rPr lang="en-US" sz="2000" dirty="0">
                <a:latin typeface="Times New Roman" panose="02020603050405020304" pitchFamily="18" charset="0"/>
                <a:cs typeface="Times New Roman" panose="02020603050405020304" pitchFamily="18" charset="0"/>
              </a:rPr>
              <a:t>	Reduce congestion at entry/exit points and improve overall parking management efficiency.</a:t>
            </a:r>
          </a:p>
        </p:txBody>
      </p:sp>
    </p:spTree>
    <p:extLst>
      <p:ext uri="{BB962C8B-B14F-4D97-AF65-F5344CB8AC3E}">
        <p14:creationId xmlns:p14="http://schemas.microsoft.com/office/powerpoint/2010/main" val="3216461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60CC-13EE-BB55-60C1-2D8C9F32C46E}"/>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D7802CB1-CB1C-D60B-20EC-5F31D33C79CF}"/>
              </a:ext>
            </a:extLst>
          </p:cNvPr>
          <p:cNvPicPr>
            <a:picLocks noChangeAspect="1"/>
          </p:cNvPicPr>
          <p:nvPr/>
        </p:nvPicPr>
        <p:blipFill>
          <a:blip r:embed="rId2"/>
          <a:stretch>
            <a:fillRect/>
          </a:stretch>
        </p:blipFill>
        <p:spPr>
          <a:xfrm>
            <a:off x="0" y="1"/>
            <a:ext cx="12192000" cy="6857999"/>
          </a:xfrm>
          <a:prstGeom prst="rect">
            <a:avLst/>
          </a:prstGeom>
        </p:spPr>
      </p:pic>
      <p:sp>
        <p:nvSpPr>
          <p:cNvPr id="5" name="TextBox 4">
            <a:extLst>
              <a:ext uri="{FF2B5EF4-FFF2-40B4-BE49-F238E27FC236}">
                <a16:creationId xmlns:a16="http://schemas.microsoft.com/office/drawing/2014/main" id="{2B931315-66D9-BEE3-0CBA-AF6E373208C2}"/>
              </a:ext>
            </a:extLst>
          </p:cNvPr>
          <p:cNvSpPr txBox="1"/>
          <p:nvPr/>
        </p:nvSpPr>
        <p:spPr>
          <a:xfrm>
            <a:off x="3915874" y="260359"/>
            <a:ext cx="311652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System Designed</a:t>
            </a:r>
          </a:p>
        </p:txBody>
      </p:sp>
      <p:sp>
        <p:nvSpPr>
          <p:cNvPr id="8" name="TextBox 7">
            <a:extLst>
              <a:ext uri="{FF2B5EF4-FFF2-40B4-BE49-F238E27FC236}">
                <a16:creationId xmlns:a16="http://schemas.microsoft.com/office/drawing/2014/main" id="{59057EF8-FF67-94F7-9C46-6066A13DE4DE}"/>
              </a:ext>
            </a:extLst>
          </p:cNvPr>
          <p:cNvSpPr txBox="1"/>
          <p:nvPr/>
        </p:nvSpPr>
        <p:spPr>
          <a:xfrm>
            <a:off x="1140542" y="1299134"/>
            <a:ext cx="37755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Model Designed</a:t>
            </a:r>
          </a:p>
        </p:txBody>
      </p:sp>
      <p:pic>
        <p:nvPicPr>
          <p:cNvPr id="13" name="Content Placeholder 12">
            <a:extLst>
              <a:ext uri="{FF2B5EF4-FFF2-40B4-BE49-F238E27FC236}">
                <a16:creationId xmlns:a16="http://schemas.microsoft.com/office/drawing/2014/main" id="{65C6603D-9619-973F-DC37-CD8C8136C2F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1269447" y="1762601"/>
            <a:ext cx="8409376" cy="4730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182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AEF5E-F883-36E7-9436-D4AD660BBC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003C1-913F-32B5-8A18-8995013BE175}"/>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3709672C-746B-5BAD-1191-DA70820327AE}"/>
              </a:ext>
            </a:extLst>
          </p:cNvPr>
          <p:cNvPicPr>
            <a:picLocks noChangeAspect="1"/>
          </p:cNvPicPr>
          <p:nvPr/>
        </p:nvPicPr>
        <p:blipFill>
          <a:blip r:embed="rId2"/>
          <a:stretch>
            <a:fillRect/>
          </a:stretch>
        </p:blipFill>
        <p:spPr>
          <a:xfrm>
            <a:off x="0" y="1"/>
            <a:ext cx="12192000" cy="6857999"/>
          </a:xfrm>
          <a:prstGeom prst="rect">
            <a:avLst/>
          </a:prstGeom>
        </p:spPr>
      </p:pic>
      <p:sp>
        <p:nvSpPr>
          <p:cNvPr id="5" name="TextBox 4">
            <a:extLst>
              <a:ext uri="{FF2B5EF4-FFF2-40B4-BE49-F238E27FC236}">
                <a16:creationId xmlns:a16="http://schemas.microsoft.com/office/drawing/2014/main" id="{11799C02-B1C4-8B8D-B69A-B88A8E83A94E}"/>
              </a:ext>
            </a:extLst>
          </p:cNvPr>
          <p:cNvSpPr txBox="1"/>
          <p:nvPr/>
        </p:nvSpPr>
        <p:spPr>
          <a:xfrm>
            <a:off x="3915874" y="260359"/>
            <a:ext cx="311652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System Designed</a:t>
            </a:r>
          </a:p>
        </p:txBody>
      </p:sp>
      <p:sp>
        <p:nvSpPr>
          <p:cNvPr id="8" name="TextBox 7">
            <a:extLst>
              <a:ext uri="{FF2B5EF4-FFF2-40B4-BE49-F238E27FC236}">
                <a16:creationId xmlns:a16="http://schemas.microsoft.com/office/drawing/2014/main" id="{F7840468-28ED-F36A-288E-3F5C1058B7A8}"/>
              </a:ext>
            </a:extLst>
          </p:cNvPr>
          <p:cNvSpPr txBox="1"/>
          <p:nvPr/>
        </p:nvSpPr>
        <p:spPr>
          <a:xfrm>
            <a:off x="1140542" y="1299134"/>
            <a:ext cx="37755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Vehicle Entry</a:t>
            </a:r>
          </a:p>
        </p:txBody>
      </p:sp>
      <p:pic>
        <p:nvPicPr>
          <p:cNvPr id="11" name="Content Placeholder 10">
            <a:extLst>
              <a:ext uri="{FF2B5EF4-FFF2-40B4-BE49-F238E27FC236}">
                <a16:creationId xmlns:a16="http://schemas.microsoft.com/office/drawing/2014/main" id="{87F992D8-9328-F256-A421-1C52459478E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14783" r="13160"/>
          <a:stretch>
            <a:fillRect/>
          </a:stretch>
        </p:blipFill>
        <p:spPr>
          <a:xfrm>
            <a:off x="1877624" y="1946022"/>
            <a:ext cx="7479858" cy="4128762"/>
          </a:xfrm>
        </p:spPr>
      </p:pic>
    </p:spTree>
    <p:extLst>
      <p:ext uri="{BB962C8B-B14F-4D97-AF65-F5344CB8AC3E}">
        <p14:creationId xmlns:p14="http://schemas.microsoft.com/office/powerpoint/2010/main" val="105204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25366-C02D-5B21-4900-C397BA927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78C1A-A3C7-3A8C-2B64-6E724CE85E93}"/>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CE0BBD8A-4B1E-F17D-4884-6890C806518D}"/>
              </a:ext>
            </a:extLst>
          </p:cNvPr>
          <p:cNvPicPr>
            <a:picLocks noChangeAspect="1"/>
          </p:cNvPicPr>
          <p:nvPr/>
        </p:nvPicPr>
        <p:blipFill>
          <a:blip r:embed="rId2"/>
          <a:stretch>
            <a:fillRect/>
          </a:stretch>
        </p:blipFill>
        <p:spPr>
          <a:xfrm>
            <a:off x="0" y="1"/>
            <a:ext cx="12192000" cy="6857999"/>
          </a:xfrm>
          <a:prstGeom prst="rect">
            <a:avLst/>
          </a:prstGeom>
        </p:spPr>
      </p:pic>
      <p:sp>
        <p:nvSpPr>
          <p:cNvPr id="5" name="TextBox 4">
            <a:extLst>
              <a:ext uri="{FF2B5EF4-FFF2-40B4-BE49-F238E27FC236}">
                <a16:creationId xmlns:a16="http://schemas.microsoft.com/office/drawing/2014/main" id="{47E2AD3A-4877-8065-8E9F-8878B254C7DF}"/>
              </a:ext>
            </a:extLst>
          </p:cNvPr>
          <p:cNvSpPr txBox="1"/>
          <p:nvPr/>
        </p:nvSpPr>
        <p:spPr>
          <a:xfrm>
            <a:off x="3915874" y="260359"/>
            <a:ext cx="311652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System Designed</a:t>
            </a:r>
          </a:p>
        </p:txBody>
      </p:sp>
      <p:sp>
        <p:nvSpPr>
          <p:cNvPr id="8" name="TextBox 7">
            <a:extLst>
              <a:ext uri="{FF2B5EF4-FFF2-40B4-BE49-F238E27FC236}">
                <a16:creationId xmlns:a16="http://schemas.microsoft.com/office/drawing/2014/main" id="{05904C16-A32D-6F5F-3D37-B932FA7AD105}"/>
              </a:ext>
            </a:extLst>
          </p:cNvPr>
          <p:cNvSpPr txBox="1"/>
          <p:nvPr/>
        </p:nvSpPr>
        <p:spPr>
          <a:xfrm>
            <a:off x="1052557" y="1334806"/>
            <a:ext cx="37755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Parking Slots</a:t>
            </a:r>
          </a:p>
        </p:txBody>
      </p:sp>
      <p:pic>
        <p:nvPicPr>
          <p:cNvPr id="10" name="Content Placeholder 9">
            <a:extLst>
              <a:ext uri="{FF2B5EF4-FFF2-40B4-BE49-F238E27FC236}">
                <a16:creationId xmlns:a16="http://schemas.microsoft.com/office/drawing/2014/main" id="{8C82AE50-0C59-AA01-C359-A425C757BB2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16200000">
            <a:off x="3116317" y="175238"/>
            <a:ext cx="4124326" cy="7332137"/>
          </a:xfrm>
        </p:spPr>
      </p:pic>
    </p:spTree>
    <p:extLst>
      <p:ext uri="{BB962C8B-B14F-4D97-AF65-F5344CB8AC3E}">
        <p14:creationId xmlns:p14="http://schemas.microsoft.com/office/powerpoint/2010/main" val="344268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F58E0-AB99-2FC1-D67A-8FE2930E0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914F7-BA3B-5555-1819-493741C95826}"/>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5CA614E4-E1DC-001A-BDF9-68F3A1D50A13}"/>
              </a:ext>
            </a:extLst>
          </p:cNvPr>
          <p:cNvPicPr>
            <a:picLocks noChangeAspect="1"/>
          </p:cNvPicPr>
          <p:nvPr/>
        </p:nvPicPr>
        <p:blipFill>
          <a:blip r:embed="rId2"/>
          <a:stretch>
            <a:fillRect/>
          </a:stretch>
        </p:blipFill>
        <p:spPr>
          <a:xfrm>
            <a:off x="0" y="1"/>
            <a:ext cx="12192000" cy="6857999"/>
          </a:xfrm>
          <a:prstGeom prst="rect">
            <a:avLst/>
          </a:prstGeom>
        </p:spPr>
      </p:pic>
      <p:sp>
        <p:nvSpPr>
          <p:cNvPr id="5" name="TextBox 4">
            <a:extLst>
              <a:ext uri="{FF2B5EF4-FFF2-40B4-BE49-F238E27FC236}">
                <a16:creationId xmlns:a16="http://schemas.microsoft.com/office/drawing/2014/main" id="{514E74C6-9EC3-D6B9-3849-67C2DCB7F978}"/>
              </a:ext>
            </a:extLst>
          </p:cNvPr>
          <p:cNvSpPr txBox="1"/>
          <p:nvPr/>
        </p:nvSpPr>
        <p:spPr>
          <a:xfrm>
            <a:off x="3915874" y="260359"/>
            <a:ext cx="311652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System Designed</a:t>
            </a:r>
          </a:p>
        </p:txBody>
      </p:sp>
      <p:sp>
        <p:nvSpPr>
          <p:cNvPr id="8" name="TextBox 7">
            <a:extLst>
              <a:ext uri="{FF2B5EF4-FFF2-40B4-BE49-F238E27FC236}">
                <a16:creationId xmlns:a16="http://schemas.microsoft.com/office/drawing/2014/main" id="{AACFAD76-40E2-E6D8-322D-47A28F2402D1}"/>
              </a:ext>
            </a:extLst>
          </p:cNvPr>
          <p:cNvSpPr txBox="1"/>
          <p:nvPr/>
        </p:nvSpPr>
        <p:spPr>
          <a:xfrm>
            <a:off x="1052557" y="1334806"/>
            <a:ext cx="37755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Initial Parking Slots</a:t>
            </a:r>
          </a:p>
        </p:txBody>
      </p:sp>
      <p:pic>
        <p:nvPicPr>
          <p:cNvPr id="15" name="Content Placeholder 14">
            <a:extLst>
              <a:ext uri="{FF2B5EF4-FFF2-40B4-BE49-F238E27FC236}">
                <a16:creationId xmlns:a16="http://schemas.microsoft.com/office/drawing/2014/main" id="{968F73F4-062F-2657-7A44-09A45C33222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2815678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71BE5-0C1A-F5C0-770B-6B36129AE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73024-B53A-9EE1-8C10-351F7B82712F}"/>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7D9892C1-4442-2A78-A027-9EE37527D856}"/>
              </a:ext>
            </a:extLst>
          </p:cNvPr>
          <p:cNvPicPr>
            <a:picLocks noChangeAspect="1"/>
          </p:cNvPicPr>
          <p:nvPr/>
        </p:nvPicPr>
        <p:blipFill>
          <a:blip r:embed="rId2"/>
          <a:stretch>
            <a:fillRect/>
          </a:stretch>
        </p:blipFill>
        <p:spPr>
          <a:xfrm>
            <a:off x="0" y="1"/>
            <a:ext cx="12192000" cy="6857999"/>
          </a:xfrm>
          <a:prstGeom prst="rect">
            <a:avLst/>
          </a:prstGeom>
        </p:spPr>
      </p:pic>
      <p:sp>
        <p:nvSpPr>
          <p:cNvPr id="5" name="TextBox 4">
            <a:extLst>
              <a:ext uri="{FF2B5EF4-FFF2-40B4-BE49-F238E27FC236}">
                <a16:creationId xmlns:a16="http://schemas.microsoft.com/office/drawing/2014/main" id="{010B1E31-AF67-21B9-49DC-510BE9504207}"/>
              </a:ext>
            </a:extLst>
          </p:cNvPr>
          <p:cNvSpPr txBox="1"/>
          <p:nvPr/>
        </p:nvSpPr>
        <p:spPr>
          <a:xfrm>
            <a:off x="3915874" y="260359"/>
            <a:ext cx="311652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System Designed</a:t>
            </a:r>
          </a:p>
        </p:txBody>
      </p:sp>
      <p:sp>
        <p:nvSpPr>
          <p:cNvPr id="8" name="TextBox 7">
            <a:extLst>
              <a:ext uri="{FF2B5EF4-FFF2-40B4-BE49-F238E27FC236}">
                <a16:creationId xmlns:a16="http://schemas.microsoft.com/office/drawing/2014/main" id="{E3D84D2A-F46E-63FA-E80E-1DEC1F2D8560}"/>
              </a:ext>
            </a:extLst>
          </p:cNvPr>
          <p:cNvSpPr txBox="1"/>
          <p:nvPr/>
        </p:nvSpPr>
        <p:spPr>
          <a:xfrm>
            <a:off x="1140542" y="1299134"/>
            <a:ext cx="37755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After Vehicle Parking Detected</a:t>
            </a:r>
          </a:p>
        </p:txBody>
      </p:sp>
      <p:pic>
        <p:nvPicPr>
          <p:cNvPr id="11" name="Content Placeholder 10">
            <a:extLst>
              <a:ext uri="{FF2B5EF4-FFF2-40B4-BE49-F238E27FC236}">
                <a16:creationId xmlns:a16="http://schemas.microsoft.com/office/drawing/2014/main" id="{B925604F-23BB-FD69-C06C-FF64FA060E9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3439318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6C37B-9AB2-42B6-1CE7-0CD0FFDC3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2A8E79-B4EC-5067-90DD-BBEA991E8E13}"/>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F042D6D8-0898-84BC-5C34-55493961A8B0}"/>
              </a:ext>
            </a:extLst>
          </p:cNvPr>
          <p:cNvPicPr>
            <a:picLocks noChangeAspect="1"/>
          </p:cNvPicPr>
          <p:nvPr/>
        </p:nvPicPr>
        <p:blipFill>
          <a:blip r:embed="rId2"/>
          <a:stretch>
            <a:fillRect/>
          </a:stretch>
        </p:blipFill>
        <p:spPr>
          <a:xfrm>
            <a:off x="0" y="1"/>
            <a:ext cx="12192000" cy="6857999"/>
          </a:xfrm>
          <a:prstGeom prst="rect">
            <a:avLst/>
          </a:prstGeom>
        </p:spPr>
      </p:pic>
      <p:sp>
        <p:nvSpPr>
          <p:cNvPr id="5" name="TextBox 4">
            <a:extLst>
              <a:ext uri="{FF2B5EF4-FFF2-40B4-BE49-F238E27FC236}">
                <a16:creationId xmlns:a16="http://schemas.microsoft.com/office/drawing/2014/main" id="{C54EAF66-BC3F-89C8-5A93-0ED43486BBE7}"/>
              </a:ext>
            </a:extLst>
          </p:cNvPr>
          <p:cNvSpPr txBox="1"/>
          <p:nvPr/>
        </p:nvSpPr>
        <p:spPr>
          <a:xfrm>
            <a:off x="3915874" y="260359"/>
            <a:ext cx="311652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System Designed</a:t>
            </a:r>
          </a:p>
        </p:txBody>
      </p:sp>
      <p:sp>
        <p:nvSpPr>
          <p:cNvPr id="8" name="TextBox 7">
            <a:extLst>
              <a:ext uri="{FF2B5EF4-FFF2-40B4-BE49-F238E27FC236}">
                <a16:creationId xmlns:a16="http://schemas.microsoft.com/office/drawing/2014/main" id="{FBB3099E-011B-6F23-0206-A7503D14DEC6}"/>
              </a:ext>
            </a:extLst>
          </p:cNvPr>
          <p:cNvSpPr txBox="1"/>
          <p:nvPr/>
        </p:nvSpPr>
        <p:spPr>
          <a:xfrm>
            <a:off x="1140542" y="1299134"/>
            <a:ext cx="3775587"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Gas Readings</a:t>
            </a:r>
          </a:p>
        </p:txBody>
      </p:sp>
      <p:pic>
        <p:nvPicPr>
          <p:cNvPr id="10" name="Content Placeholder 9">
            <a:extLst>
              <a:ext uri="{FF2B5EF4-FFF2-40B4-BE49-F238E27FC236}">
                <a16:creationId xmlns:a16="http://schemas.microsoft.com/office/drawing/2014/main" id="{986F111F-BB89-BEB8-9841-92B5C4AC6DD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2118323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EF5A8-8530-8CBF-1F83-C1C3A39C47D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6E5ADEEC-6B59-207B-C1E4-54CA739B3821}"/>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7AD108D3-4C26-7862-086A-AF5743776AFF}"/>
              </a:ext>
            </a:extLst>
          </p:cNvPr>
          <p:cNvPicPr>
            <a:picLocks noChangeAspect="1"/>
          </p:cNvPicPr>
          <p:nvPr/>
        </p:nvPicPr>
        <p:blipFill>
          <a:blip r:embed="rId2"/>
          <a:stretch>
            <a:fillRect/>
          </a:stretch>
        </p:blipFill>
        <p:spPr>
          <a:xfrm>
            <a:off x="0" y="7114"/>
            <a:ext cx="12192000" cy="6857999"/>
          </a:xfrm>
          <a:prstGeom prst="rect">
            <a:avLst/>
          </a:prstGeom>
        </p:spPr>
      </p:pic>
      <p:sp>
        <p:nvSpPr>
          <p:cNvPr id="5" name="TextBox 4">
            <a:extLst>
              <a:ext uri="{FF2B5EF4-FFF2-40B4-BE49-F238E27FC236}">
                <a16:creationId xmlns:a16="http://schemas.microsoft.com/office/drawing/2014/main" id="{E64D6753-2E29-8CEF-9B6A-E69BD5BA988C}"/>
              </a:ext>
            </a:extLst>
          </p:cNvPr>
          <p:cNvSpPr txBox="1"/>
          <p:nvPr/>
        </p:nvSpPr>
        <p:spPr>
          <a:xfrm>
            <a:off x="4410198" y="3082170"/>
            <a:ext cx="3371603"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THANK YOU</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641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999</TotalTime>
  <Words>748</Words>
  <Application>Microsoft Office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Times New Roman</vt:lpstr>
      <vt:lpstr>TimesNewRomanPSMT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AKHIL G V S K</dc:creator>
  <cp:lastModifiedBy>A.ROOPESH REDDY</cp:lastModifiedBy>
  <cp:revision>19</cp:revision>
  <dcterms:created xsi:type="dcterms:W3CDTF">2025-07-23T17:21:44Z</dcterms:created>
  <dcterms:modified xsi:type="dcterms:W3CDTF">2026-05-24T16:52:03Z</dcterms:modified>
</cp:coreProperties>
</file>